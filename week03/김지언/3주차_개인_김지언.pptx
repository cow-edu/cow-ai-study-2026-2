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념" id="{0046E188-D0B9-4CA5-A68F-6C1C7E492FC5}">
          <p14:sldIdLst>
            <p14:sldId id="256"/>
            <p14:sldId id="257"/>
            <p14:sldId id="258"/>
          </p14:sldIdLst>
        </p14:section>
        <p14:section name="예시: 전처리" id="{369824F4-B5A3-67F7-E8F6-48EBF7AF22A0}">
          <p14:sldIdLst>
            <p14:sldId id="259"/>
            <p14:sldId id="260"/>
            <p14:sldId id="261"/>
            <p14:sldId id="262"/>
            <p14:sldId id="263"/>
          </p14:sldIdLst>
        </p14:section>
        <p14:section name="예시: EDA" id="{54B4F12B-CEFE-C353-B477-3902167E3E62}">
          <p14:sldIdLst>
            <p14:sldId id="264"/>
            <p14:sldId id="265"/>
            <p14:sldId id="266"/>
            <p14:sldId id="267"/>
          </p14:sldIdLst>
        </p14:section>
        <p14:section name="정리" id="{9CDFC7B6-2821-1842-E606-80766935025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열별 결측치 개수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결측치 개수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출석률</c:v>
                </c:pt>
                <c:pt idx="1">
                  <c:v>수면시간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3D-5E4F-B48E-1C44EDA9AD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시험 점수 구간별 학생 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학생 수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30~39</c:v>
                </c:pt>
                <c:pt idx="1">
                  <c:v>40~49</c:v>
                </c:pt>
                <c:pt idx="2">
                  <c:v>50~59</c:v>
                </c:pt>
                <c:pt idx="3">
                  <c:v>60~69</c:v>
                </c:pt>
                <c:pt idx="4">
                  <c:v>70~79</c:v>
                </c:pt>
                <c:pt idx="5">
                  <c:v>80~89</c:v>
                </c:pt>
                <c:pt idx="6">
                  <c:v>90~99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25</c:v>
                </c:pt>
                <c:pt idx="2">
                  <c:v>48</c:v>
                </c:pt>
                <c:pt idx="3">
                  <c:v>76</c:v>
                </c:pt>
                <c:pt idx="4">
                  <c:v>32</c:v>
                </c:pt>
                <c:pt idx="5">
                  <c:v>12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D6-564B-8184-AE9CF69668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+mn-lt"/>
                  </a:rPr>
                  <a:t>점수 구간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lang="ko-KR" altLang="en-US" sz="1400" b="0" i="0" u="none" strike="noStrike">
                <a:solidFill>
                  <a:srgbClr val="14213D"/>
                </a:solidFill>
                <a:latin typeface="+mn-lt"/>
              </a:rPr>
              <a:t>주당 공부시간 </a:t>
            </a:r>
            <a:r>
              <a:rPr lang="en-US" sz="1400" b="0" i="0" u="none" strike="noStrike">
                <a:solidFill>
                  <a:srgbClr val="14213D"/>
                </a:solidFill>
                <a:latin typeface="+mn-lt"/>
              </a:rPr>
              <a:t>vs </a:t>
            </a:r>
            <a:r>
              <a:rPr lang="ko-KR" altLang="en-US" sz="1400" b="0" i="0" u="none" strike="noStrike">
                <a:solidFill>
                  <a:srgbClr val="14213D"/>
                </a:solidFill>
                <a:latin typeface="+mn-lt"/>
              </a:rPr>
              <a:t>시험 점수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학생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14</c:v>
                </c:pt>
                <c:pt idx="1">
                  <c:v>7.5</c:v>
                </c:pt>
                <c:pt idx="2">
                  <c:v>10.1</c:v>
                </c:pt>
                <c:pt idx="3">
                  <c:v>18.5</c:v>
                </c:pt>
                <c:pt idx="4">
                  <c:v>10.199999999999999</c:v>
                </c:pt>
                <c:pt idx="5">
                  <c:v>15.7</c:v>
                </c:pt>
                <c:pt idx="6">
                  <c:v>7.3</c:v>
                </c:pt>
                <c:pt idx="7">
                  <c:v>11.5</c:v>
                </c:pt>
                <c:pt idx="8">
                  <c:v>7.2</c:v>
                </c:pt>
                <c:pt idx="9">
                  <c:v>10.3</c:v>
                </c:pt>
                <c:pt idx="10">
                  <c:v>16.2</c:v>
                </c:pt>
                <c:pt idx="11">
                  <c:v>3.4</c:v>
                </c:pt>
                <c:pt idx="12">
                  <c:v>14.2</c:v>
                </c:pt>
                <c:pt idx="13">
                  <c:v>13.2</c:v>
                </c:pt>
                <c:pt idx="14">
                  <c:v>9</c:v>
                </c:pt>
                <c:pt idx="15">
                  <c:v>4.8</c:v>
                </c:pt>
                <c:pt idx="16">
                  <c:v>12.4</c:v>
                </c:pt>
                <c:pt idx="17">
                  <c:v>9.4</c:v>
                </c:pt>
                <c:pt idx="18">
                  <c:v>13.2</c:v>
                </c:pt>
                <c:pt idx="19">
                  <c:v>12.1</c:v>
                </c:pt>
                <c:pt idx="20">
                  <c:v>20</c:v>
                </c:pt>
                <c:pt idx="21">
                  <c:v>10.8</c:v>
                </c:pt>
                <c:pt idx="22">
                  <c:v>6.9</c:v>
                </c:pt>
                <c:pt idx="23">
                  <c:v>12.9</c:v>
                </c:pt>
                <c:pt idx="24">
                  <c:v>13.1</c:v>
                </c:pt>
                <c:pt idx="25">
                  <c:v>18.8</c:v>
                </c:pt>
                <c:pt idx="26">
                  <c:v>16.2</c:v>
                </c:pt>
                <c:pt idx="27">
                  <c:v>13.8</c:v>
                </c:pt>
                <c:pt idx="28">
                  <c:v>19.3</c:v>
                </c:pt>
                <c:pt idx="29">
                  <c:v>6.1</c:v>
                </c:pt>
                <c:pt idx="30">
                  <c:v>7.4</c:v>
                </c:pt>
                <c:pt idx="31">
                  <c:v>10.1</c:v>
                </c:pt>
                <c:pt idx="32">
                  <c:v>5.0999999999999996</c:v>
                </c:pt>
                <c:pt idx="33">
                  <c:v>15.2</c:v>
                </c:pt>
                <c:pt idx="34">
                  <c:v>10.9</c:v>
                </c:pt>
                <c:pt idx="35">
                  <c:v>4.5999999999999996</c:v>
                </c:pt>
                <c:pt idx="36">
                  <c:v>6.9</c:v>
                </c:pt>
                <c:pt idx="37">
                  <c:v>13.6</c:v>
                </c:pt>
                <c:pt idx="38">
                  <c:v>16.2</c:v>
                </c:pt>
                <c:pt idx="39">
                  <c:v>22</c:v>
                </c:pt>
                <c:pt idx="40">
                  <c:v>11.5</c:v>
                </c:pt>
                <c:pt idx="41">
                  <c:v>14.1</c:v>
                </c:pt>
                <c:pt idx="42">
                  <c:v>7.1</c:v>
                </c:pt>
                <c:pt idx="43">
                  <c:v>1.3</c:v>
                </c:pt>
                <c:pt idx="44">
                  <c:v>13.3</c:v>
                </c:pt>
                <c:pt idx="45">
                  <c:v>7.9</c:v>
                </c:pt>
                <c:pt idx="46">
                  <c:v>9.9</c:v>
                </c:pt>
                <c:pt idx="47">
                  <c:v>8.9</c:v>
                </c:pt>
                <c:pt idx="48">
                  <c:v>11.3</c:v>
                </c:pt>
                <c:pt idx="49">
                  <c:v>17.3</c:v>
                </c:pt>
                <c:pt idx="50">
                  <c:v>12.8</c:v>
                </c:pt>
                <c:pt idx="51">
                  <c:v>11.2</c:v>
                </c:pt>
                <c:pt idx="52">
                  <c:v>6.8</c:v>
                </c:pt>
                <c:pt idx="53">
                  <c:v>3.6</c:v>
                </c:pt>
                <c:pt idx="54">
                  <c:v>9.6</c:v>
                </c:pt>
                <c:pt idx="55">
                  <c:v>11.7</c:v>
                </c:pt>
                <c:pt idx="56">
                  <c:v>20.8</c:v>
                </c:pt>
                <c:pt idx="57">
                  <c:v>12.7</c:v>
                </c:pt>
                <c:pt idx="58">
                  <c:v>16.899999999999999</c:v>
                </c:pt>
                <c:pt idx="59">
                  <c:v>9.5</c:v>
                </c:pt>
                <c:pt idx="60">
                  <c:v>6.1</c:v>
                </c:pt>
                <c:pt idx="61">
                  <c:v>7.2</c:v>
                </c:pt>
                <c:pt idx="62">
                  <c:v>11.5</c:v>
                </c:pt>
                <c:pt idx="63">
                  <c:v>22.6</c:v>
                </c:pt>
                <c:pt idx="64">
                  <c:v>7.9</c:v>
                </c:pt>
                <c:pt idx="65">
                  <c:v>16.2</c:v>
                </c:pt>
                <c:pt idx="66">
                  <c:v>7.5</c:v>
                </c:pt>
                <c:pt idx="67">
                  <c:v>16.7</c:v>
                </c:pt>
                <c:pt idx="68">
                  <c:v>13.9</c:v>
                </c:pt>
                <c:pt idx="69">
                  <c:v>11.2</c:v>
                </c:pt>
                <c:pt idx="70">
                  <c:v>11.8</c:v>
                </c:pt>
                <c:pt idx="71">
                  <c:v>8.6999999999999993</c:v>
                </c:pt>
                <c:pt idx="72">
                  <c:v>14.2</c:v>
                </c:pt>
                <c:pt idx="73">
                  <c:v>9.6999999999999993</c:v>
                </c:pt>
                <c:pt idx="74">
                  <c:v>5.9</c:v>
                </c:pt>
                <c:pt idx="75">
                  <c:v>5.6</c:v>
                </c:pt>
                <c:pt idx="76">
                  <c:v>12.9</c:v>
                </c:pt>
                <c:pt idx="77">
                  <c:v>19.899999999999999</c:v>
                </c:pt>
                <c:pt idx="78">
                  <c:v>12.8</c:v>
                </c:pt>
                <c:pt idx="79">
                  <c:v>11.4</c:v>
                </c:pt>
                <c:pt idx="80">
                  <c:v>13.4</c:v>
                </c:pt>
                <c:pt idx="81">
                  <c:v>18.5</c:v>
                </c:pt>
                <c:pt idx="82">
                  <c:v>13.1</c:v>
                </c:pt>
                <c:pt idx="83">
                  <c:v>9.9</c:v>
                </c:pt>
                <c:pt idx="84">
                  <c:v>17.5</c:v>
                </c:pt>
                <c:pt idx="85">
                  <c:v>14.1</c:v>
                </c:pt>
                <c:pt idx="86">
                  <c:v>19.7</c:v>
                </c:pt>
                <c:pt idx="87">
                  <c:v>12.9</c:v>
                </c:pt>
                <c:pt idx="88">
                  <c:v>5.9</c:v>
                </c:pt>
                <c:pt idx="89">
                  <c:v>5.2</c:v>
                </c:pt>
                <c:pt idx="90">
                  <c:v>20.3</c:v>
                </c:pt>
                <c:pt idx="91">
                  <c:v>20.6</c:v>
                </c:pt>
                <c:pt idx="92">
                  <c:v>11.1</c:v>
                </c:pt>
                <c:pt idx="93">
                  <c:v>10.1</c:v>
                </c:pt>
                <c:pt idx="94">
                  <c:v>19.3</c:v>
                </c:pt>
                <c:pt idx="95">
                  <c:v>6.5</c:v>
                </c:pt>
                <c:pt idx="96">
                  <c:v>7.5</c:v>
                </c:pt>
                <c:pt idx="97">
                  <c:v>15.2</c:v>
                </c:pt>
                <c:pt idx="98">
                  <c:v>10</c:v>
                </c:pt>
                <c:pt idx="99">
                  <c:v>12</c:v>
                </c:pt>
                <c:pt idx="100">
                  <c:v>11.2</c:v>
                </c:pt>
                <c:pt idx="101">
                  <c:v>13.7</c:v>
                </c:pt>
                <c:pt idx="102">
                  <c:v>19</c:v>
                </c:pt>
                <c:pt idx="103">
                  <c:v>12.5</c:v>
                </c:pt>
                <c:pt idx="104">
                  <c:v>15.2</c:v>
                </c:pt>
                <c:pt idx="105">
                  <c:v>1.7</c:v>
                </c:pt>
                <c:pt idx="106">
                  <c:v>11.8</c:v>
                </c:pt>
                <c:pt idx="107">
                  <c:v>7.8</c:v>
                </c:pt>
                <c:pt idx="108">
                  <c:v>5.9</c:v>
                </c:pt>
                <c:pt idx="109">
                  <c:v>7.6</c:v>
                </c:pt>
                <c:pt idx="110">
                  <c:v>10.3</c:v>
                </c:pt>
                <c:pt idx="111">
                  <c:v>16.600000000000001</c:v>
                </c:pt>
                <c:pt idx="112">
                  <c:v>5.4</c:v>
                </c:pt>
                <c:pt idx="113">
                  <c:v>12.2</c:v>
                </c:pt>
                <c:pt idx="114">
                  <c:v>9.6</c:v>
                </c:pt>
                <c:pt idx="115">
                  <c:v>10.4</c:v>
                </c:pt>
                <c:pt idx="116">
                  <c:v>17</c:v>
                </c:pt>
                <c:pt idx="117">
                  <c:v>14.7</c:v>
                </c:pt>
                <c:pt idx="118">
                  <c:v>18.7</c:v>
                </c:pt>
                <c:pt idx="119">
                  <c:v>11.2</c:v>
                </c:pt>
                <c:pt idx="120">
                  <c:v>8.5</c:v>
                </c:pt>
                <c:pt idx="121">
                  <c:v>10.9</c:v>
                </c:pt>
                <c:pt idx="122">
                  <c:v>13.2</c:v>
                </c:pt>
                <c:pt idx="123">
                  <c:v>12.9</c:v>
                </c:pt>
                <c:pt idx="124">
                  <c:v>6.6</c:v>
                </c:pt>
                <c:pt idx="125">
                  <c:v>12.5</c:v>
                </c:pt>
                <c:pt idx="126">
                  <c:v>13.1</c:v>
                </c:pt>
                <c:pt idx="127">
                  <c:v>11.5</c:v>
                </c:pt>
                <c:pt idx="128">
                  <c:v>21.4</c:v>
                </c:pt>
                <c:pt idx="129">
                  <c:v>7.7</c:v>
                </c:pt>
                <c:pt idx="130">
                  <c:v>10.6</c:v>
                </c:pt>
                <c:pt idx="131">
                  <c:v>4.7</c:v>
                </c:pt>
                <c:pt idx="132">
                  <c:v>9</c:v>
                </c:pt>
                <c:pt idx="133">
                  <c:v>13.6</c:v>
                </c:pt>
                <c:pt idx="134">
                  <c:v>18</c:v>
                </c:pt>
                <c:pt idx="135">
                  <c:v>8.4</c:v>
                </c:pt>
                <c:pt idx="136">
                  <c:v>8.6999999999999993</c:v>
                </c:pt>
                <c:pt idx="137">
                  <c:v>1.3</c:v>
                </c:pt>
                <c:pt idx="138">
                  <c:v>11.2</c:v>
                </c:pt>
                <c:pt idx="139">
                  <c:v>6.7</c:v>
                </c:pt>
                <c:pt idx="140">
                  <c:v>9.4</c:v>
                </c:pt>
                <c:pt idx="141">
                  <c:v>7.6</c:v>
                </c:pt>
                <c:pt idx="142">
                  <c:v>11.5</c:v>
                </c:pt>
                <c:pt idx="143">
                  <c:v>3.2</c:v>
                </c:pt>
                <c:pt idx="144">
                  <c:v>4.7</c:v>
                </c:pt>
                <c:pt idx="145">
                  <c:v>22.6</c:v>
                </c:pt>
                <c:pt idx="146">
                  <c:v>5.6</c:v>
                </c:pt>
                <c:pt idx="147">
                  <c:v>6.5</c:v>
                </c:pt>
                <c:pt idx="148">
                  <c:v>21.2</c:v>
                </c:pt>
                <c:pt idx="149">
                  <c:v>11.5</c:v>
                </c:pt>
                <c:pt idx="150">
                  <c:v>6.1</c:v>
                </c:pt>
                <c:pt idx="151">
                  <c:v>10.199999999999999</c:v>
                </c:pt>
                <c:pt idx="152">
                  <c:v>13.7</c:v>
                </c:pt>
                <c:pt idx="153">
                  <c:v>20.6</c:v>
                </c:pt>
                <c:pt idx="154">
                  <c:v>7.1</c:v>
                </c:pt>
                <c:pt idx="155">
                  <c:v>10.8</c:v>
                </c:pt>
                <c:pt idx="156">
                  <c:v>15.9</c:v>
                </c:pt>
                <c:pt idx="157">
                  <c:v>14.2</c:v>
                </c:pt>
                <c:pt idx="158">
                  <c:v>10.1</c:v>
                </c:pt>
                <c:pt idx="159">
                  <c:v>11.3</c:v>
                </c:pt>
                <c:pt idx="160">
                  <c:v>5.0999999999999996</c:v>
                </c:pt>
                <c:pt idx="161">
                  <c:v>10.8</c:v>
                </c:pt>
                <c:pt idx="162">
                  <c:v>10.7</c:v>
                </c:pt>
                <c:pt idx="163">
                  <c:v>13.2</c:v>
                </c:pt>
                <c:pt idx="164">
                  <c:v>9.1999999999999993</c:v>
                </c:pt>
                <c:pt idx="165">
                  <c:v>14.4</c:v>
                </c:pt>
                <c:pt idx="166">
                  <c:v>17.100000000000001</c:v>
                </c:pt>
                <c:pt idx="167">
                  <c:v>12.8</c:v>
                </c:pt>
                <c:pt idx="168">
                  <c:v>13.8</c:v>
                </c:pt>
                <c:pt idx="169">
                  <c:v>12.3</c:v>
                </c:pt>
                <c:pt idx="170">
                  <c:v>12</c:v>
                </c:pt>
                <c:pt idx="171">
                  <c:v>8.4</c:v>
                </c:pt>
                <c:pt idx="172">
                  <c:v>13.6</c:v>
                </c:pt>
                <c:pt idx="173">
                  <c:v>11.5</c:v>
                </c:pt>
                <c:pt idx="174">
                  <c:v>22.5</c:v>
                </c:pt>
                <c:pt idx="175">
                  <c:v>19.899999999999999</c:v>
                </c:pt>
                <c:pt idx="176">
                  <c:v>13.9</c:v>
                </c:pt>
                <c:pt idx="177">
                  <c:v>8.1999999999999993</c:v>
                </c:pt>
                <c:pt idx="178">
                  <c:v>6.4</c:v>
                </c:pt>
                <c:pt idx="179">
                  <c:v>18</c:v>
                </c:pt>
                <c:pt idx="180">
                  <c:v>13.3</c:v>
                </c:pt>
                <c:pt idx="181">
                  <c:v>14.4</c:v>
                </c:pt>
                <c:pt idx="182">
                  <c:v>3.3</c:v>
                </c:pt>
                <c:pt idx="183">
                  <c:v>16.600000000000001</c:v>
                </c:pt>
                <c:pt idx="184">
                  <c:v>14.3</c:v>
                </c:pt>
                <c:pt idx="185">
                  <c:v>6.4</c:v>
                </c:pt>
                <c:pt idx="186">
                  <c:v>9.6</c:v>
                </c:pt>
                <c:pt idx="187">
                  <c:v>13.3</c:v>
                </c:pt>
                <c:pt idx="188">
                  <c:v>12.3</c:v>
                </c:pt>
                <c:pt idx="189">
                  <c:v>10.5</c:v>
                </c:pt>
                <c:pt idx="190">
                  <c:v>11.5</c:v>
                </c:pt>
                <c:pt idx="191">
                  <c:v>10.7</c:v>
                </c:pt>
                <c:pt idx="192">
                  <c:v>12.8</c:v>
                </c:pt>
                <c:pt idx="193">
                  <c:v>19.399999999999999</c:v>
                </c:pt>
                <c:pt idx="194">
                  <c:v>1</c:v>
                </c:pt>
                <c:pt idx="195">
                  <c:v>10.8</c:v>
                </c:pt>
                <c:pt idx="196">
                  <c:v>12.9</c:v>
                </c:pt>
                <c:pt idx="197">
                  <c:v>13.5</c:v>
                </c:pt>
                <c:pt idx="198">
                  <c:v>10.1</c:v>
                </c:pt>
                <c:pt idx="199">
                  <c:v>15.2</c:v>
                </c:pt>
              </c:numCache>
            </c:numRef>
          </c:xVal>
          <c:yVal>
            <c:numRef>
              <c:f>Sheet1!$B$2:$B$201</c:f>
              <c:numCache>
                <c:formatCode>General</c:formatCode>
                <c:ptCount val="200"/>
                <c:pt idx="0">
                  <c:v>72</c:v>
                </c:pt>
                <c:pt idx="1">
                  <c:v>64</c:v>
                </c:pt>
                <c:pt idx="2">
                  <c:v>62</c:v>
                </c:pt>
                <c:pt idx="3">
                  <c:v>77</c:v>
                </c:pt>
                <c:pt idx="4">
                  <c:v>67</c:v>
                </c:pt>
                <c:pt idx="5">
                  <c:v>77</c:v>
                </c:pt>
                <c:pt idx="6">
                  <c:v>61</c:v>
                </c:pt>
                <c:pt idx="7">
                  <c:v>61</c:v>
                </c:pt>
                <c:pt idx="8">
                  <c:v>50</c:v>
                </c:pt>
                <c:pt idx="9">
                  <c:v>55</c:v>
                </c:pt>
                <c:pt idx="10">
                  <c:v>76</c:v>
                </c:pt>
                <c:pt idx="11">
                  <c:v>41</c:v>
                </c:pt>
                <c:pt idx="12">
                  <c:v>67</c:v>
                </c:pt>
                <c:pt idx="13">
                  <c:v>73</c:v>
                </c:pt>
                <c:pt idx="14">
                  <c:v>61</c:v>
                </c:pt>
                <c:pt idx="15">
                  <c:v>55</c:v>
                </c:pt>
                <c:pt idx="16">
                  <c:v>65</c:v>
                </c:pt>
                <c:pt idx="17">
                  <c:v>49</c:v>
                </c:pt>
                <c:pt idx="18">
                  <c:v>61</c:v>
                </c:pt>
                <c:pt idx="19">
                  <c:v>63</c:v>
                </c:pt>
                <c:pt idx="20">
                  <c:v>82</c:v>
                </c:pt>
                <c:pt idx="21">
                  <c:v>59</c:v>
                </c:pt>
                <c:pt idx="22">
                  <c:v>53</c:v>
                </c:pt>
                <c:pt idx="23">
                  <c:v>68</c:v>
                </c:pt>
                <c:pt idx="24">
                  <c:v>57</c:v>
                </c:pt>
                <c:pt idx="25">
                  <c:v>79</c:v>
                </c:pt>
                <c:pt idx="26">
                  <c:v>71</c:v>
                </c:pt>
                <c:pt idx="27">
                  <c:v>69</c:v>
                </c:pt>
                <c:pt idx="28">
                  <c:v>75</c:v>
                </c:pt>
                <c:pt idx="29">
                  <c:v>53</c:v>
                </c:pt>
                <c:pt idx="30">
                  <c:v>57</c:v>
                </c:pt>
                <c:pt idx="31">
                  <c:v>61</c:v>
                </c:pt>
                <c:pt idx="32">
                  <c:v>49</c:v>
                </c:pt>
                <c:pt idx="33">
                  <c:v>59</c:v>
                </c:pt>
                <c:pt idx="34">
                  <c:v>57</c:v>
                </c:pt>
                <c:pt idx="35">
                  <c:v>50</c:v>
                </c:pt>
                <c:pt idx="36">
                  <c:v>45</c:v>
                </c:pt>
                <c:pt idx="37">
                  <c:v>77</c:v>
                </c:pt>
                <c:pt idx="38">
                  <c:v>69</c:v>
                </c:pt>
                <c:pt idx="39">
                  <c:v>92</c:v>
                </c:pt>
                <c:pt idx="40">
                  <c:v>92</c:v>
                </c:pt>
                <c:pt idx="41">
                  <c:v>67</c:v>
                </c:pt>
                <c:pt idx="42">
                  <c:v>56</c:v>
                </c:pt>
                <c:pt idx="43">
                  <c:v>39</c:v>
                </c:pt>
                <c:pt idx="44">
                  <c:v>76</c:v>
                </c:pt>
                <c:pt idx="45">
                  <c:v>49</c:v>
                </c:pt>
                <c:pt idx="46">
                  <c:v>45</c:v>
                </c:pt>
                <c:pt idx="47">
                  <c:v>57</c:v>
                </c:pt>
                <c:pt idx="48">
                  <c:v>64</c:v>
                </c:pt>
                <c:pt idx="49">
                  <c:v>73</c:v>
                </c:pt>
                <c:pt idx="50">
                  <c:v>67</c:v>
                </c:pt>
                <c:pt idx="51">
                  <c:v>62</c:v>
                </c:pt>
                <c:pt idx="52">
                  <c:v>60</c:v>
                </c:pt>
                <c:pt idx="53">
                  <c:v>47</c:v>
                </c:pt>
                <c:pt idx="54">
                  <c:v>58</c:v>
                </c:pt>
                <c:pt idx="55">
                  <c:v>69</c:v>
                </c:pt>
                <c:pt idx="56">
                  <c:v>83</c:v>
                </c:pt>
                <c:pt idx="57">
                  <c:v>61</c:v>
                </c:pt>
                <c:pt idx="58">
                  <c:v>79</c:v>
                </c:pt>
                <c:pt idx="59">
                  <c:v>63</c:v>
                </c:pt>
                <c:pt idx="60">
                  <c:v>53</c:v>
                </c:pt>
                <c:pt idx="61">
                  <c:v>61</c:v>
                </c:pt>
                <c:pt idx="62">
                  <c:v>43</c:v>
                </c:pt>
                <c:pt idx="63">
                  <c:v>79</c:v>
                </c:pt>
                <c:pt idx="64">
                  <c:v>48</c:v>
                </c:pt>
                <c:pt idx="65">
                  <c:v>71</c:v>
                </c:pt>
                <c:pt idx="66">
                  <c:v>51</c:v>
                </c:pt>
                <c:pt idx="67">
                  <c:v>64</c:v>
                </c:pt>
                <c:pt idx="68">
                  <c:v>60</c:v>
                </c:pt>
                <c:pt idx="69">
                  <c:v>54</c:v>
                </c:pt>
                <c:pt idx="70">
                  <c:v>80</c:v>
                </c:pt>
                <c:pt idx="71">
                  <c:v>68</c:v>
                </c:pt>
                <c:pt idx="72">
                  <c:v>67</c:v>
                </c:pt>
                <c:pt idx="73">
                  <c:v>61</c:v>
                </c:pt>
                <c:pt idx="74">
                  <c:v>48</c:v>
                </c:pt>
                <c:pt idx="75">
                  <c:v>41</c:v>
                </c:pt>
                <c:pt idx="76">
                  <c:v>69</c:v>
                </c:pt>
                <c:pt idx="77">
                  <c:v>73</c:v>
                </c:pt>
                <c:pt idx="78">
                  <c:v>62</c:v>
                </c:pt>
                <c:pt idx="79">
                  <c:v>60</c:v>
                </c:pt>
                <c:pt idx="80">
                  <c:v>62</c:v>
                </c:pt>
                <c:pt idx="81">
                  <c:v>83</c:v>
                </c:pt>
                <c:pt idx="82">
                  <c:v>71</c:v>
                </c:pt>
                <c:pt idx="83">
                  <c:v>59</c:v>
                </c:pt>
                <c:pt idx="84">
                  <c:v>67</c:v>
                </c:pt>
                <c:pt idx="85">
                  <c:v>71</c:v>
                </c:pt>
                <c:pt idx="86">
                  <c:v>70</c:v>
                </c:pt>
                <c:pt idx="87">
                  <c:v>70</c:v>
                </c:pt>
                <c:pt idx="88">
                  <c:v>51</c:v>
                </c:pt>
                <c:pt idx="89">
                  <c:v>41</c:v>
                </c:pt>
                <c:pt idx="90">
                  <c:v>76</c:v>
                </c:pt>
                <c:pt idx="91">
                  <c:v>80</c:v>
                </c:pt>
                <c:pt idx="92">
                  <c:v>65</c:v>
                </c:pt>
                <c:pt idx="93">
                  <c:v>58</c:v>
                </c:pt>
                <c:pt idx="94">
                  <c:v>88</c:v>
                </c:pt>
                <c:pt idx="95">
                  <c:v>58</c:v>
                </c:pt>
                <c:pt idx="96">
                  <c:v>52</c:v>
                </c:pt>
                <c:pt idx="97">
                  <c:v>79</c:v>
                </c:pt>
                <c:pt idx="98">
                  <c:v>67</c:v>
                </c:pt>
                <c:pt idx="99">
                  <c:v>77</c:v>
                </c:pt>
                <c:pt idx="100">
                  <c:v>60</c:v>
                </c:pt>
                <c:pt idx="101">
                  <c:v>62</c:v>
                </c:pt>
                <c:pt idx="102">
                  <c:v>85</c:v>
                </c:pt>
                <c:pt idx="103">
                  <c:v>57</c:v>
                </c:pt>
                <c:pt idx="104">
                  <c:v>67</c:v>
                </c:pt>
                <c:pt idx="105">
                  <c:v>42</c:v>
                </c:pt>
                <c:pt idx="106">
                  <c:v>63</c:v>
                </c:pt>
                <c:pt idx="107">
                  <c:v>51</c:v>
                </c:pt>
                <c:pt idx="108">
                  <c:v>45</c:v>
                </c:pt>
                <c:pt idx="109">
                  <c:v>49</c:v>
                </c:pt>
                <c:pt idx="110">
                  <c:v>56</c:v>
                </c:pt>
                <c:pt idx="111">
                  <c:v>70</c:v>
                </c:pt>
                <c:pt idx="112">
                  <c:v>59</c:v>
                </c:pt>
                <c:pt idx="113">
                  <c:v>65</c:v>
                </c:pt>
                <c:pt idx="114">
                  <c:v>61</c:v>
                </c:pt>
                <c:pt idx="115">
                  <c:v>56</c:v>
                </c:pt>
                <c:pt idx="116">
                  <c:v>75</c:v>
                </c:pt>
                <c:pt idx="117">
                  <c:v>65</c:v>
                </c:pt>
                <c:pt idx="118">
                  <c:v>64</c:v>
                </c:pt>
                <c:pt idx="119">
                  <c:v>59</c:v>
                </c:pt>
                <c:pt idx="120">
                  <c:v>44</c:v>
                </c:pt>
                <c:pt idx="121">
                  <c:v>49</c:v>
                </c:pt>
                <c:pt idx="122">
                  <c:v>58</c:v>
                </c:pt>
                <c:pt idx="123">
                  <c:v>68</c:v>
                </c:pt>
                <c:pt idx="124">
                  <c:v>51</c:v>
                </c:pt>
                <c:pt idx="125">
                  <c:v>66</c:v>
                </c:pt>
                <c:pt idx="126">
                  <c:v>66</c:v>
                </c:pt>
                <c:pt idx="127">
                  <c:v>97</c:v>
                </c:pt>
                <c:pt idx="128">
                  <c:v>81</c:v>
                </c:pt>
                <c:pt idx="129">
                  <c:v>57</c:v>
                </c:pt>
                <c:pt idx="130">
                  <c:v>68</c:v>
                </c:pt>
                <c:pt idx="131">
                  <c:v>40</c:v>
                </c:pt>
                <c:pt idx="132">
                  <c:v>60</c:v>
                </c:pt>
                <c:pt idx="133">
                  <c:v>67</c:v>
                </c:pt>
                <c:pt idx="134">
                  <c:v>72</c:v>
                </c:pt>
                <c:pt idx="135">
                  <c:v>50</c:v>
                </c:pt>
                <c:pt idx="136">
                  <c:v>52</c:v>
                </c:pt>
                <c:pt idx="137">
                  <c:v>40</c:v>
                </c:pt>
                <c:pt idx="138">
                  <c:v>63</c:v>
                </c:pt>
                <c:pt idx="139">
                  <c:v>47</c:v>
                </c:pt>
                <c:pt idx="140">
                  <c:v>60</c:v>
                </c:pt>
                <c:pt idx="141">
                  <c:v>59</c:v>
                </c:pt>
                <c:pt idx="142">
                  <c:v>64</c:v>
                </c:pt>
                <c:pt idx="143">
                  <c:v>51</c:v>
                </c:pt>
                <c:pt idx="144">
                  <c:v>55</c:v>
                </c:pt>
                <c:pt idx="145">
                  <c:v>83</c:v>
                </c:pt>
                <c:pt idx="146">
                  <c:v>59</c:v>
                </c:pt>
                <c:pt idx="147">
                  <c:v>54</c:v>
                </c:pt>
                <c:pt idx="148">
                  <c:v>89</c:v>
                </c:pt>
                <c:pt idx="149">
                  <c:v>92</c:v>
                </c:pt>
                <c:pt idx="150">
                  <c:v>51</c:v>
                </c:pt>
                <c:pt idx="151">
                  <c:v>46</c:v>
                </c:pt>
                <c:pt idx="152">
                  <c:v>66</c:v>
                </c:pt>
                <c:pt idx="153">
                  <c:v>73</c:v>
                </c:pt>
                <c:pt idx="154">
                  <c:v>66</c:v>
                </c:pt>
                <c:pt idx="155">
                  <c:v>67</c:v>
                </c:pt>
                <c:pt idx="156">
                  <c:v>67</c:v>
                </c:pt>
                <c:pt idx="157">
                  <c:v>75</c:v>
                </c:pt>
                <c:pt idx="158">
                  <c:v>57</c:v>
                </c:pt>
                <c:pt idx="159">
                  <c:v>54</c:v>
                </c:pt>
                <c:pt idx="160">
                  <c:v>57</c:v>
                </c:pt>
                <c:pt idx="161">
                  <c:v>62</c:v>
                </c:pt>
                <c:pt idx="162">
                  <c:v>65</c:v>
                </c:pt>
                <c:pt idx="163">
                  <c:v>65</c:v>
                </c:pt>
                <c:pt idx="164">
                  <c:v>58</c:v>
                </c:pt>
                <c:pt idx="165">
                  <c:v>65</c:v>
                </c:pt>
                <c:pt idx="166">
                  <c:v>80</c:v>
                </c:pt>
                <c:pt idx="167">
                  <c:v>63</c:v>
                </c:pt>
                <c:pt idx="168">
                  <c:v>67</c:v>
                </c:pt>
                <c:pt idx="169">
                  <c:v>64</c:v>
                </c:pt>
                <c:pt idx="170">
                  <c:v>60</c:v>
                </c:pt>
                <c:pt idx="171">
                  <c:v>58</c:v>
                </c:pt>
                <c:pt idx="172">
                  <c:v>67</c:v>
                </c:pt>
                <c:pt idx="173">
                  <c:v>65</c:v>
                </c:pt>
                <c:pt idx="174">
                  <c:v>95</c:v>
                </c:pt>
                <c:pt idx="175">
                  <c:v>83</c:v>
                </c:pt>
                <c:pt idx="176">
                  <c:v>61</c:v>
                </c:pt>
                <c:pt idx="177">
                  <c:v>54</c:v>
                </c:pt>
                <c:pt idx="178">
                  <c:v>45</c:v>
                </c:pt>
                <c:pt idx="179">
                  <c:v>73</c:v>
                </c:pt>
                <c:pt idx="180">
                  <c:v>65</c:v>
                </c:pt>
                <c:pt idx="181">
                  <c:v>78</c:v>
                </c:pt>
                <c:pt idx="182">
                  <c:v>49</c:v>
                </c:pt>
                <c:pt idx="183">
                  <c:v>68</c:v>
                </c:pt>
                <c:pt idx="184">
                  <c:v>73</c:v>
                </c:pt>
                <c:pt idx="185">
                  <c:v>39</c:v>
                </c:pt>
                <c:pt idx="186">
                  <c:v>49</c:v>
                </c:pt>
                <c:pt idx="187">
                  <c:v>67</c:v>
                </c:pt>
                <c:pt idx="188">
                  <c:v>61</c:v>
                </c:pt>
                <c:pt idx="189">
                  <c:v>61</c:v>
                </c:pt>
                <c:pt idx="190">
                  <c:v>54</c:v>
                </c:pt>
                <c:pt idx="191">
                  <c:v>60</c:v>
                </c:pt>
                <c:pt idx="192">
                  <c:v>74</c:v>
                </c:pt>
                <c:pt idx="193">
                  <c:v>78</c:v>
                </c:pt>
                <c:pt idx="194">
                  <c:v>49</c:v>
                </c:pt>
                <c:pt idx="195">
                  <c:v>62</c:v>
                </c:pt>
                <c:pt idx="196">
                  <c:v>69</c:v>
                </c:pt>
                <c:pt idx="197">
                  <c:v>58</c:v>
                </c:pt>
                <c:pt idx="198">
                  <c:v>61</c:v>
                </c:pt>
                <c:pt idx="199">
                  <c:v>59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0F4-C74E-BE87-39FD97A047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추세선</c:v>
                </c:pt>
              </c:strCache>
            </c:strRef>
          </c:tx>
          <c:spPr>
            <a:ln w="28575" cap="rnd">
              <a:solidFill>
                <a:srgbClr val="EB6834"/>
              </a:solidFill>
              <a:round/>
            </a:ln>
            <a:effectLst/>
          </c:spPr>
          <c:marker>
            <c:symbol val="none"/>
          </c:marker>
          <c:xVal>
            <c:numRef>
              <c:f>Sheet1!$A$2:$A$201</c:f>
              <c:numCache>
                <c:formatCode>General</c:formatCode>
                <c:ptCount val="200"/>
                <c:pt idx="0">
                  <c:v>14</c:v>
                </c:pt>
                <c:pt idx="1">
                  <c:v>7.5</c:v>
                </c:pt>
                <c:pt idx="2">
                  <c:v>10.1</c:v>
                </c:pt>
                <c:pt idx="3">
                  <c:v>18.5</c:v>
                </c:pt>
                <c:pt idx="4">
                  <c:v>10.199999999999999</c:v>
                </c:pt>
                <c:pt idx="5">
                  <c:v>15.7</c:v>
                </c:pt>
                <c:pt idx="6">
                  <c:v>7.3</c:v>
                </c:pt>
                <c:pt idx="7">
                  <c:v>11.5</c:v>
                </c:pt>
                <c:pt idx="8">
                  <c:v>7.2</c:v>
                </c:pt>
                <c:pt idx="9">
                  <c:v>10.3</c:v>
                </c:pt>
                <c:pt idx="10">
                  <c:v>16.2</c:v>
                </c:pt>
                <c:pt idx="11">
                  <c:v>3.4</c:v>
                </c:pt>
                <c:pt idx="12">
                  <c:v>14.2</c:v>
                </c:pt>
                <c:pt idx="13">
                  <c:v>13.2</c:v>
                </c:pt>
                <c:pt idx="14">
                  <c:v>9</c:v>
                </c:pt>
                <c:pt idx="15">
                  <c:v>4.8</c:v>
                </c:pt>
                <c:pt idx="16">
                  <c:v>12.4</c:v>
                </c:pt>
                <c:pt idx="17">
                  <c:v>9.4</c:v>
                </c:pt>
                <c:pt idx="18">
                  <c:v>13.2</c:v>
                </c:pt>
                <c:pt idx="19">
                  <c:v>12.1</c:v>
                </c:pt>
                <c:pt idx="20">
                  <c:v>20</c:v>
                </c:pt>
                <c:pt idx="21">
                  <c:v>10.8</c:v>
                </c:pt>
                <c:pt idx="22">
                  <c:v>6.9</c:v>
                </c:pt>
                <c:pt idx="23">
                  <c:v>12.9</c:v>
                </c:pt>
                <c:pt idx="24">
                  <c:v>13.1</c:v>
                </c:pt>
                <c:pt idx="25">
                  <c:v>18.8</c:v>
                </c:pt>
                <c:pt idx="26">
                  <c:v>16.2</c:v>
                </c:pt>
                <c:pt idx="27">
                  <c:v>13.8</c:v>
                </c:pt>
                <c:pt idx="28">
                  <c:v>19.3</c:v>
                </c:pt>
                <c:pt idx="29">
                  <c:v>6.1</c:v>
                </c:pt>
                <c:pt idx="30">
                  <c:v>7.4</c:v>
                </c:pt>
                <c:pt idx="31">
                  <c:v>10.1</c:v>
                </c:pt>
                <c:pt idx="32">
                  <c:v>5.0999999999999996</c:v>
                </c:pt>
                <c:pt idx="33">
                  <c:v>15.2</c:v>
                </c:pt>
                <c:pt idx="34">
                  <c:v>10.9</c:v>
                </c:pt>
                <c:pt idx="35">
                  <c:v>4.5999999999999996</c:v>
                </c:pt>
                <c:pt idx="36">
                  <c:v>6.9</c:v>
                </c:pt>
                <c:pt idx="37">
                  <c:v>13.6</c:v>
                </c:pt>
                <c:pt idx="38">
                  <c:v>16.2</c:v>
                </c:pt>
                <c:pt idx="39">
                  <c:v>22</c:v>
                </c:pt>
                <c:pt idx="40">
                  <c:v>11.5</c:v>
                </c:pt>
                <c:pt idx="41">
                  <c:v>14.1</c:v>
                </c:pt>
                <c:pt idx="42">
                  <c:v>7.1</c:v>
                </c:pt>
                <c:pt idx="43">
                  <c:v>1.3</c:v>
                </c:pt>
                <c:pt idx="44">
                  <c:v>13.3</c:v>
                </c:pt>
                <c:pt idx="45">
                  <c:v>7.9</c:v>
                </c:pt>
                <c:pt idx="46">
                  <c:v>9.9</c:v>
                </c:pt>
                <c:pt idx="47">
                  <c:v>8.9</c:v>
                </c:pt>
                <c:pt idx="48">
                  <c:v>11.3</c:v>
                </c:pt>
                <c:pt idx="49">
                  <c:v>17.3</c:v>
                </c:pt>
                <c:pt idx="50">
                  <c:v>12.8</c:v>
                </c:pt>
                <c:pt idx="51">
                  <c:v>11.2</c:v>
                </c:pt>
                <c:pt idx="52">
                  <c:v>6.8</c:v>
                </c:pt>
                <c:pt idx="53">
                  <c:v>3.6</c:v>
                </c:pt>
                <c:pt idx="54">
                  <c:v>9.6</c:v>
                </c:pt>
                <c:pt idx="55">
                  <c:v>11.7</c:v>
                </c:pt>
                <c:pt idx="56">
                  <c:v>20.8</c:v>
                </c:pt>
                <c:pt idx="57">
                  <c:v>12.7</c:v>
                </c:pt>
                <c:pt idx="58">
                  <c:v>16.899999999999999</c:v>
                </c:pt>
                <c:pt idx="59">
                  <c:v>9.5</c:v>
                </c:pt>
                <c:pt idx="60">
                  <c:v>6.1</c:v>
                </c:pt>
                <c:pt idx="61">
                  <c:v>7.2</c:v>
                </c:pt>
                <c:pt idx="62">
                  <c:v>11.5</c:v>
                </c:pt>
                <c:pt idx="63">
                  <c:v>22.6</c:v>
                </c:pt>
                <c:pt idx="64">
                  <c:v>7.9</c:v>
                </c:pt>
                <c:pt idx="65">
                  <c:v>16.2</c:v>
                </c:pt>
                <c:pt idx="66">
                  <c:v>7.5</c:v>
                </c:pt>
                <c:pt idx="67">
                  <c:v>16.7</c:v>
                </c:pt>
                <c:pt idx="68">
                  <c:v>13.9</c:v>
                </c:pt>
                <c:pt idx="69">
                  <c:v>11.2</c:v>
                </c:pt>
                <c:pt idx="70">
                  <c:v>11.8</c:v>
                </c:pt>
                <c:pt idx="71">
                  <c:v>8.6999999999999993</c:v>
                </c:pt>
                <c:pt idx="72">
                  <c:v>14.2</c:v>
                </c:pt>
                <c:pt idx="73">
                  <c:v>9.6999999999999993</c:v>
                </c:pt>
                <c:pt idx="74">
                  <c:v>5.9</c:v>
                </c:pt>
                <c:pt idx="75">
                  <c:v>5.6</c:v>
                </c:pt>
                <c:pt idx="76">
                  <c:v>12.9</c:v>
                </c:pt>
                <c:pt idx="77">
                  <c:v>19.899999999999999</c:v>
                </c:pt>
                <c:pt idx="78">
                  <c:v>12.8</c:v>
                </c:pt>
                <c:pt idx="79">
                  <c:v>11.4</c:v>
                </c:pt>
                <c:pt idx="80">
                  <c:v>13.4</c:v>
                </c:pt>
                <c:pt idx="81">
                  <c:v>18.5</c:v>
                </c:pt>
                <c:pt idx="82">
                  <c:v>13.1</c:v>
                </c:pt>
                <c:pt idx="83">
                  <c:v>9.9</c:v>
                </c:pt>
                <c:pt idx="84">
                  <c:v>17.5</c:v>
                </c:pt>
                <c:pt idx="85">
                  <c:v>14.1</c:v>
                </c:pt>
                <c:pt idx="86">
                  <c:v>19.7</c:v>
                </c:pt>
                <c:pt idx="87">
                  <c:v>12.9</c:v>
                </c:pt>
                <c:pt idx="88">
                  <c:v>5.9</c:v>
                </c:pt>
                <c:pt idx="89">
                  <c:v>5.2</c:v>
                </c:pt>
                <c:pt idx="90">
                  <c:v>20.3</c:v>
                </c:pt>
                <c:pt idx="91">
                  <c:v>20.6</c:v>
                </c:pt>
                <c:pt idx="92">
                  <c:v>11.1</c:v>
                </c:pt>
                <c:pt idx="93">
                  <c:v>10.1</c:v>
                </c:pt>
                <c:pt idx="94">
                  <c:v>19.3</c:v>
                </c:pt>
                <c:pt idx="95">
                  <c:v>6.5</c:v>
                </c:pt>
                <c:pt idx="96">
                  <c:v>7.5</c:v>
                </c:pt>
                <c:pt idx="97">
                  <c:v>15.2</c:v>
                </c:pt>
                <c:pt idx="98">
                  <c:v>10</c:v>
                </c:pt>
                <c:pt idx="99">
                  <c:v>12</c:v>
                </c:pt>
                <c:pt idx="100">
                  <c:v>11.2</c:v>
                </c:pt>
                <c:pt idx="101">
                  <c:v>13.7</c:v>
                </c:pt>
                <c:pt idx="102">
                  <c:v>19</c:v>
                </c:pt>
                <c:pt idx="103">
                  <c:v>12.5</c:v>
                </c:pt>
                <c:pt idx="104">
                  <c:v>15.2</c:v>
                </c:pt>
                <c:pt idx="105">
                  <c:v>1.7</c:v>
                </c:pt>
                <c:pt idx="106">
                  <c:v>11.8</c:v>
                </c:pt>
                <c:pt idx="107">
                  <c:v>7.8</c:v>
                </c:pt>
                <c:pt idx="108">
                  <c:v>5.9</c:v>
                </c:pt>
                <c:pt idx="109">
                  <c:v>7.6</c:v>
                </c:pt>
                <c:pt idx="110">
                  <c:v>10.3</c:v>
                </c:pt>
                <c:pt idx="111">
                  <c:v>16.600000000000001</c:v>
                </c:pt>
                <c:pt idx="112">
                  <c:v>5.4</c:v>
                </c:pt>
                <c:pt idx="113">
                  <c:v>12.2</c:v>
                </c:pt>
                <c:pt idx="114">
                  <c:v>9.6</c:v>
                </c:pt>
                <c:pt idx="115">
                  <c:v>10.4</c:v>
                </c:pt>
                <c:pt idx="116">
                  <c:v>17</c:v>
                </c:pt>
                <c:pt idx="117">
                  <c:v>14.7</c:v>
                </c:pt>
                <c:pt idx="118">
                  <c:v>18.7</c:v>
                </c:pt>
                <c:pt idx="119">
                  <c:v>11.2</c:v>
                </c:pt>
                <c:pt idx="120">
                  <c:v>8.5</c:v>
                </c:pt>
                <c:pt idx="121">
                  <c:v>10.9</c:v>
                </c:pt>
                <c:pt idx="122">
                  <c:v>13.2</c:v>
                </c:pt>
                <c:pt idx="123">
                  <c:v>12.9</c:v>
                </c:pt>
                <c:pt idx="124">
                  <c:v>6.6</c:v>
                </c:pt>
                <c:pt idx="125">
                  <c:v>12.5</c:v>
                </c:pt>
                <c:pt idx="126">
                  <c:v>13.1</c:v>
                </c:pt>
                <c:pt idx="127">
                  <c:v>11.5</c:v>
                </c:pt>
                <c:pt idx="128">
                  <c:v>21.4</c:v>
                </c:pt>
                <c:pt idx="129">
                  <c:v>7.7</c:v>
                </c:pt>
                <c:pt idx="130">
                  <c:v>10.6</c:v>
                </c:pt>
                <c:pt idx="131">
                  <c:v>4.7</c:v>
                </c:pt>
                <c:pt idx="132">
                  <c:v>9</c:v>
                </c:pt>
                <c:pt idx="133">
                  <c:v>13.6</c:v>
                </c:pt>
                <c:pt idx="134">
                  <c:v>18</c:v>
                </c:pt>
                <c:pt idx="135">
                  <c:v>8.4</c:v>
                </c:pt>
                <c:pt idx="136">
                  <c:v>8.6999999999999993</c:v>
                </c:pt>
                <c:pt idx="137">
                  <c:v>1.3</c:v>
                </c:pt>
                <c:pt idx="138">
                  <c:v>11.2</c:v>
                </c:pt>
                <c:pt idx="139">
                  <c:v>6.7</c:v>
                </c:pt>
                <c:pt idx="140">
                  <c:v>9.4</c:v>
                </c:pt>
                <c:pt idx="141">
                  <c:v>7.6</c:v>
                </c:pt>
                <c:pt idx="142">
                  <c:v>11.5</c:v>
                </c:pt>
                <c:pt idx="143">
                  <c:v>3.2</c:v>
                </c:pt>
                <c:pt idx="144">
                  <c:v>4.7</c:v>
                </c:pt>
                <c:pt idx="145">
                  <c:v>22.6</c:v>
                </c:pt>
                <c:pt idx="146">
                  <c:v>5.6</c:v>
                </c:pt>
                <c:pt idx="147">
                  <c:v>6.5</c:v>
                </c:pt>
                <c:pt idx="148">
                  <c:v>21.2</c:v>
                </c:pt>
                <c:pt idx="149">
                  <c:v>11.5</c:v>
                </c:pt>
                <c:pt idx="150">
                  <c:v>6.1</c:v>
                </c:pt>
                <c:pt idx="151">
                  <c:v>10.199999999999999</c:v>
                </c:pt>
                <c:pt idx="152">
                  <c:v>13.7</c:v>
                </c:pt>
                <c:pt idx="153">
                  <c:v>20.6</c:v>
                </c:pt>
                <c:pt idx="154">
                  <c:v>7.1</c:v>
                </c:pt>
                <c:pt idx="155">
                  <c:v>10.8</c:v>
                </c:pt>
                <c:pt idx="156">
                  <c:v>15.9</c:v>
                </c:pt>
                <c:pt idx="157">
                  <c:v>14.2</c:v>
                </c:pt>
                <c:pt idx="158">
                  <c:v>10.1</c:v>
                </c:pt>
                <c:pt idx="159">
                  <c:v>11.3</c:v>
                </c:pt>
                <c:pt idx="160">
                  <c:v>5.0999999999999996</c:v>
                </c:pt>
                <c:pt idx="161">
                  <c:v>10.8</c:v>
                </c:pt>
                <c:pt idx="162">
                  <c:v>10.7</c:v>
                </c:pt>
                <c:pt idx="163">
                  <c:v>13.2</c:v>
                </c:pt>
                <c:pt idx="164">
                  <c:v>9.1999999999999993</c:v>
                </c:pt>
                <c:pt idx="165">
                  <c:v>14.4</c:v>
                </c:pt>
                <c:pt idx="166">
                  <c:v>17.100000000000001</c:v>
                </c:pt>
                <c:pt idx="167">
                  <c:v>12.8</c:v>
                </c:pt>
                <c:pt idx="168">
                  <c:v>13.8</c:v>
                </c:pt>
                <c:pt idx="169">
                  <c:v>12.3</c:v>
                </c:pt>
                <c:pt idx="170">
                  <c:v>12</c:v>
                </c:pt>
                <c:pt idx="171">
                  <c:v>8.4</c:v>
                </c:pt>
                <c:pt idx="172">
                  <c:v>13.6</c:v>
                </c:pt>
                <c:pt idx="173">
                  <c:v>11.5</c:v>
                </c:pt>
                <c:pt idx="174">
                  <c:v>22.5</c:v>
                </c:pt>
                <c:pt idx="175">
                  <c:v>19.899999999999999</c:v>
                </c:pt>
                <c:pt idx="176">
                  <c:v>13.9</c:v>
                </c:pt>
                <c:pt idx="177">
                  <c:v>8.1999999999999993</c:v>
                </c:pt>
                <c:pt idx="178">
                  <c:v>6.4</c:v>
                </c:pt>
                <c:pt idx="179">
                  <c:v>18</c:v>
                </c:pt>
                <c:pt idx="180">
                  <c:v>13.3</c:v>
                </c:pt>
                <c:pt idx="181">
                  <c:v>14.4</c:v>
                </c:pt>
                <c:pt idx="182">
                  <c:v>3.3</c:v>
                </c:pt>
                <c:pt idx="183">
                  <c:v>16.600000000000001</c:v>
                </c:pt>
                <c:pt idx="184">
                  <c:v>14.3</c:v>
                </c:pt>
                <c:pt idx="185">
                  <c:v>6.4</c:v>
                </c:pt>
                <c:pt idx="186">
                  <c:v>9.6</c:v>
                </c:pt>
                <c:pt idx="187">
                  <c:v>13.3</c:v>
                </c:pt>
                <c:pt idx="188">
                  <c:v>12.3</c:v>
                </c:pt>
                <c:pt idx="189">
                  <c:v>10.5</c:v>
                </c:pt>
                <c:pt idx="190">
                  <c:v>11.5</c:v>
                </c:pt>
                <c:pt idx="191">
                  <c:v>10.7</c:v>
                </c:pt>
                <c:pt idx="192">
                  <c:v>12.8</c:v>
                </c:pt>
                <c:pt idx="193">
                  <c:v>19.399999999999999</c:v>
                </c:pt>
                <c:pt idx="194">
                  <c:v>1</c:v>
                </c:pt>
                <c:pt idx="195">
                  <c:v>10.8</c:v>
                </c:pt>
                <c:pt idx="196">
                  <c:v>12.9</c:v>
                </c:pt>
                <c:pt idx="197">
                  <c:v>13.5</c:v>
                </c:pt>
                <c:pt idx="198">
                  <c:v>10.1</c:v>
                </c:pt>
                <c:pt idx="199">
                  <c:v>15.2</c:v>
                </c:pt>
              </c:numCache>
            </c:numRef>
          </c:xVal>
          <c:yVal>
            <c:numRef>
              <c:f>Sheet1!$C$2:$C$201</c:f>
              <c:numCache>
                <c:formatCode>General</c:formatCode>
                <c:ptCount val="200"/>
                <c:pt idx="0">
                  <c:v>67.62</c:v>
                </c:pt>
                <c:pt idx="1">
                  <c:v>54.56</c:v>
                </c:pt>
                <c:pt idx="2">
                  <c:v>59.78</c:v>
                </c:pt>
                <c:pt idx="3">
                  <c:v>76.66</c:v>
                </c:pt>
                <c:pt idx="4">
                  <c:v>59.99</c:v>
                </c:pt>
                <c:pt idx="5">
                  <c:v>71.040000000000006</c:v>
                </c:pt>
                <c:pt idx="6">
                  <c:v>54.16</c:v>
                </c:pt>
                <c:pt idx="7">
                  <c:v>62.6</c:v>
                </c:pt>
                <c:pt idx="8">
                  <c:v>53.96</c:v>
                </c:pt>
                <c:pt idx="9">
                  <c:v>60.19</c:v>
                </c:pt>
                <c:pt idx="10">
                  <c:v>72.040000000000006</c:v>
                </c:pt>
                <c:pt idx="11">
                  <c:v>46.32</c:v>
                </c:pt>
                <c:pt idx="12">
                  <c:v>68.02</c:v>
                </c:pt>
                <c:pt idx="13">
                  <c:v>66.010000000000005</c:v>
                </c:pt>
                <c:pt idx="14">
                  <c:v>57.57</c:v>
                </c:pt>
                <c:pt idx="15">
                  <c:v>49.14</c:v>
                </c:pt>
                <c:pt idx="16">
                  <c:v>64.41</c:v>
                </c:pt>
                <c:pt idx="17">
                  <c:v>58.38</c:v>
                </c:pt>
                <c:pt idx="18">
                  <c:v>66.010000000000005</c:v>
                </c:pt>
                <c:pt idx="19">
                  <c:v>63.8</c:v>
                </c:pt>
                <c:pt idx="20">
                  <c:v>79.680000000000007</c:v>
                </c:pt>
                <c:pt idx="21">
                  <c:v>61.19</c:v>
                </c:pt>
                <c:pt idx="22">
                  <c:v>53.35</c:v>
                </c:pt>
                <c:pt idx="23">
                  <c:v>65.41</c:v>
                </c:pt>
                <c:pt idx="24">
                  <c:v>65.81</c:v>
                </c:pt>
                <c:pt idx="25">
                  <c:v>77.260000000000005</c:v>
                </c:pt>
                <c:pt idx="26">
                  <c:v>72.040000000000006</c:v>
                </c:pt>
                <c:pt idx="27">
                  <c:v>67.22</c:v>
                </c:pt>
                <c:pt idx="28">
                  <c:v>78.27</c:v>
                </c:pt>
                <c:pt idx="29">
                  <c:v>51.75</c:v>
                </c:pt>
                <c:pt idx="30">
                  <c:v>54.36</c:v>
                </c:pt>
                <c:pt idx="31">
                  <c:v>59.78</c:v>
                </c:pt>
                <c:pt idx="32">
                  <c:v>49.74</c:v>
                </c:pt>
                <c:pt idx="33">
                  <c:v>70.03</c:v>
                </c:pt>
                <c:pt idx="34">
                  <c:v>61.39</c:v>
                </c:pt>
                <c:pt idx="35">
                  <c:v>48.73</c:v>
                </c:pt>
                <c:pt idx="36">
                  <c:v>53.35</c:v>
                </c:pt>
                <c:pt idx="37">
                  <c:v>66.819999999999993</c:v>
                </c:pt>
                <c:pt idx="38">
                  <c:v>72.040000000000006</c:v>
                </c:pt>
                <c:pt idx="39">
                  <c:v>83.69</c:v>
                </c:pt>
                <c:pt idx="40">
                  <c:v>62.6</c:v>
                </c:pt>
                <c:pt idx="41">
                  <c:v>67.819999999999993</c:v>
                </c:pt>
                <c:pt idx="42">
                  <c:v>53.76</c:v>
                </c:pt>
                <c:pt idx="43">
                  <c:v>42.1</c:v>
                </c:pt>
                <c:pt idx="44">
                  <c:v>66.209999999999994</c:v>
                </c:pt>
                <c:pt idx="45">
                  <c:v>55.36</c:v>
                </c:pt>
                <c:pt idx="46">
                  <c:v>59.38</c:v>
                </c:pt>
                <c:pt idx="47">
                  <c:v>57.37</c:v>
                </c:pt>
                <c:pt idx="48">
                  <c:v>62.2</c:v>
                </c:pt>
                <c:pt idx="49">
                  <c:v>74.25</c:v>
                </c:pt>
                <c:pt idx="50">
                  <c:v>65.209999999999994</c:v>
                </c:pt>
                <c:pt idx="51">
                  <c:v>61.99</c:v>
                </c:pt>
                <c:pt idx="52">
                  <c:v>53.15</c:v>
                </c:pt>
                <c:pt idx="53">
                  <c:v>46.72</c:v>
                </c:pt>
                <c:pt idx="54">
                  <c:v>58.78</c:v>
                </c:pt>
                <c:pt idx="55">
                  <c:v>63</c:v>
                </c:pt>
                <c:pt idx="56">
                  <c:v>81.28</c:v>
                </c:pt>
                <c:pt idx="57">
                  <c:v>65.010000000000005</c:v>
                </c:pt>
                <c:pt idx="58">
                  <c:v>73.45</c:v>
                </c:pt>
                <c:pt idx="59">
                  <c:v>58.58</c:v>
                </c:pt>
                <c:pt idx="60">
                  <c:v>51.75</c:v>
                </c:pt>
                <c:pt idx="61">
                  <c:v>53.96</c:v>
                </c:pt>
                <c:pt idx="62">
                  <c:v>62.6</c:v>
                </c:pt>
                <c:pt idx="63">
                  <c:v>84.9</c:v>
                </c:pt>
                <c:pt idx="64">
                  <c:v>55.36</c:v>
                </c:pt>
                <c:pt idx="65">
                  <c:v>72.040000000000006</c:v>
                </c:pt>
                <c:pt idx="66">
                  <c:v>54.56</c:v>
                </c:pt>
                <c:pt idx="67">
                  <c:v>73.05</c:v>
                </c:pt>
                <c:pt idx="68">
                  <c:v>67.42</c:v>
                </c:pt>
                <c:pt idx="69">
                  <c:v>61.99</c:v>
                </c:pt>
                <c:pt idx="70">
                  <c:v>63.2</c:v>
                </c:pt>
                <c:pt idx="71">
                  <c:v>56.97</c:v>
                </c:pt>
                <c:pt idx="72">
                  <c:v>68.02</c:v>
                </c:pt>
                <c:pt idx="73">
                  <c:v>58.98</c:v>
                </c:pt>
                <c:pt idx="74">
                  <c:v>51.35</c:v>
                </c:pt>
                <c:pt idx="75">
                  <c:v>50.74</c:v>
                </c:pt>
                <c:pt idx="76">
                  <c:v>65.41</c:v>
                </c:pt>
                <c:pt idx="77">
                  <c:v>79.47</c:v>
                </c:pt>
                <c:pt idx="78">
                  <c:v>65.209999999999994</c:v>
                </c:pt>
                <c:pt idx="79">
                  <c:v>62.4</c:v>
                </c:pt>
                <c:pt idx="80">
                  <c:v>66.41</c:v>
                </c:pt>
                <c:pt idx="81">
                  <c:v>76.66</c:v>
                </c:pt>
                <c:pt idx="82">
                  <c:v>65.81</c:v>
                </c:pt>
                <c:pt idx="83">
                  <c:v>59.38</c:v>
                </c:pt>
                <c:pt idx="84">
                  <c:v>74.650000000000006</c:v>
                </c:pt>
                <c:pt idx="85">
                  <c:v>67.819999999999993</c:v>
                </c:pt>
                <c:pt idx="86">
                  <c:v>79.069999999999993</c:v>
                </c:pt>
                <c:pt idx="87">
                  <c:v>65.41</c:v>
                </c:pt>
                <c:pt idx="88">
                  <c:v>51.35</c:v>
                </c:pt>
                <c:pt idx="89">
                  <c:v>49.94</c:v>
                </c:pt>
                <c:pt idx="90">
                  <c:v>80.28</c:v>
                </c:pt>
                <c:pt idx="91">
                  <c:v>80.88</c:v>
                </c:pt>
                <c:pt idx="92">
                  <c:v>61.79</c:v>
                </c:pt>
                <c:pt idx="93">
                  <c:v>59.78</c:v>
                </c:pt>
                <c:pt idx="94">
                  <c:v>78.27</c:v>
                </c:pt>
                <c:pt idx="95">
                  <c:v>52.55</c:v>
                </c:pt>
                <c:pt idx="96">
                  <c:v>54.56</c:v>
                </c:pt>
                <c:pt idx="97">
                  <c:v>70.03</c:v>
                </c:pt>
                <c:pt idx="98">
                  <c:v>59.58</c:v>
                </c:pt>
                <c:pt idx="99">
                  <c:v>63.6</c:v>
                </c:pt>
                <c:pt idx="100">
                  <c:v>61.99</c:v>
                </c:pt>
                <c:pt idx="101">
                  <c:v>67.02</c:v>
                </c:pt>
                <c:pt idx="102">
                  <c:v>77.67</c:v>
                </c:pt>
                <c:pt idx="103">
                  <c:v>64.61</c:v>
                </c:pt>
                <c:pt idx="104">
                  <c:v>70.03</c:v>
                </c:pt>
                <c:pt idx="105">
                  <c:v>42.91</c:v>
                </c:pt>
                <c:pt idx="106">
                  <c:v>63.2</c:v>
                </c:pt>
                <c:pt idx="107">
                  <c:v>55.16</c:v>
                </c:pt>
                <c:pt idx="108">
                  <c:v>51.35</c:v>
                </c:pt>
                <c:pt idx="109">
                  <c:v>54.76</c:v>
                </c:pt>
                <c:pt idx="110">
                  <c:v>60.19</c:v>
                </c:pt>
                <c:pt idx="111">
                  <c:v>72.84</c:v>
                </c:pt>
                <c:pt idx="112">
                  <c:v>50.34</c:v>
                </c:pt>
                <c:pt idx="113">
                  <c:v>64</c:v>
                </c:pt>
                <c:pt idx="114">
                  <c:v>58.78</c:v>
                </c:pt>
                <c:pt idx="115">
                  <c:v>60.39</c:v>
                </c:pt>
                <c:pt idx="116">
                  <c:v>73.650000000000006</c:v>
                </c:pt>
                <c:pt idx="117">
                  <c:v>69.03</c:v>
                </c:pt>
                <c:pt idx="118">
                  <c:v>77.06</c:v>
                </c:pt>
                <c:pt idx="119">
                  <c:v>61.99</c:v>
                </c:pt>
                <c:pt idx="120">
                  <c:v>56.57</c:v>
                </c:pt>
                <c:pt idx="121">
                  <c:v>61.39</c:v>
                </c:pt>
                <c:pt idx="122">
                  <c:v>66.010000000000005</c:v>
                </c:pt>
                <c:pt idx="123">
                  <c:v>65.41</c:v>
                </c:pt>
                <c:pt idx="124">
                  <c:v>52.75</c:v>
                </c:pt>
                <c:pt idx="125">
                  <c:v>64.61</c:v>
                </c:pt>
                <c:pt idx="126">
                  <c:v>65.81</c:v>
                </c:pt>
                <c:pt idx="127">
                  <c:v>62.6</c:v>
                </c:pt>
                <c:pt idx="128">
                  <c:v>82.49</c:v>
                </c:pt>
                <c:pt idx="129">
                  <c:v>54.96</c:v>
                </c:pt>
                <c:pt idx="130">
                  <c:v>60.79</c:v>
                </c:pt>
                <c:pt idx="131">
                  <c:v>48.93</c:v>
                </c:pt>
                <c:pt idx="132">
                  <c:v>57.57</c:v>
                </c:pt>
                <c:pt idx="133">
                  <c:v>66.819999999999993</c:v>
                </c:pt>
                <c:pt idx="134">
                  <c:v>75.66</c:v>
                </c:pt>
                <c:pt idx="135">
                  <c:v>56.37</c:v>
                </c:pt>
                <c:pt idx="136">
                  <c:v>56.97</c:v>
                </c:pt>
                <c:pt idx="137">
                  <c:v>42.1</c:v>
                </c:pt>
                <c:pt idx="138">
                  <c:v>61.99</c:v>
                </c:pt>
                <c:pt idx="139">
                  <c:v>52.95</c:v>
                </c:pt>
                <c:pt idx="140">
                  <c:v>58.38</c:v>
                </c:pt>
                <c:pt idx="141">
                  <c:v>54.76</c:v>
                </c:pt>
                <c:pt idx="142">
                  <c:v>62.6</c:v>
                </c:pt>
                <c:pt idx="143">
                  <c:v>45.92</c:v>
                </c:pt>
                <c:pt idx="144">
                  <c:v>48.93</c:v>
                </c:pt>
                <c:pt idx="145">
                  <c:v>84.9</c:v>
                </c:pt>
                <c:pt idx="146">
                  <c:v>50.74</c:v>
                </c:pt>
                <c:pt idx="147">
                  <c:v>52.55</c:v>
                </c:pt>
                <c:pt idx="148">
                  <c:v>82.09</c:v>
                </c:pt>
                <c:pt idx="149">
                  <c:v>62.6</c:v>
                </c:pt>
                <c:pt idx="150">
                  <c:v>51.75</c:v>
                </c:pt>
                <c:pt idx="151">
                  <c:v>59.99</c:v>
                </c:pt>
                <c:pt idx="152">
                  <c:v>67.02</c:v>
                </c:pt>
                <c:pt idx="153">
                  <c:v>80.88</c:v>
                </c:pt>
                <c:pt idx="154">
                  <c:v>53.76</c:v>
                </c:pt>
                <c:pt idx="155">
                  <c:v>61.19</c:v>
                </c:pt>
                <c:pt idx="156">
                  <c:v>71.44</c:v>
                </c:pt>
                <c:pt idx="157">
                  <c:v>68.02</c:v>
                </c:pt>
                <c:pt idx="158">
                  <c:v>59.78</c:v>
                </c:pt>
                <c:pt idx="159">
                  <c:v>62.2</c:v>
                </c:pt>
                <c:pt idx="160">
                  <c:v>49.74</c:v>
                </c:pt>
                <c:pt idx="161">
                  <c:v>61.19</c:v>
                </c:pt>
                <c:pt idx="162">
                  <c:v>60.99</c:v>
                </c:pt>
                <c:pt idx="163">
                  <c:v>66.010000000000005</c:v>
                </c:pt>
                <c:pt idx="164">
                  <c:v>57.98</c:v>
                </c:pt>
                <c:pt idx="165">
                  <c:v>68.42</c:v>
                </c:pt>
                <c:pt idx="166">
                  <c:v>73.849999999999994</c:v>
                </c:pt>
                <c:pt idx="167">
                  <c:v>65.209999999999994</c:v>
                </c:pt>
                <c:pt idx="168">
                  <c:v>67.22</c:v>
                </c:pt>
                <c:pt idx="169">
                  <c:v>64.2</c:v>
                </c:pt>
                <c:pt idx="170">
                  <c:v>63.6</c:v>
                </c:pt>
                <c:pt idx="171">
                  <c:v>56.37</c:v>
                </c:pt>
                <c:pt idx="172">
                  <c:v>66.819999999999993</c:v>
                </c:pt>
                <c:pt idx="173">
                  <c:v>62.6</c:v>
                </c:pt>
                <c:pt idx="174">
                  <c:v>84.7</c:v>
                </c:pt>
                <c:pt idx="175">
                  <c:v>79.47</c:v>
                </c:pt>
                <c:pt idx="176">
                  <c:v>67.42</c:v>
                </c:pt>
                <c:pt idx="177">
                  <c:v>55.97</c:v>
                </c:pt>
                <c:pt idx="178">
                  <c:v>52.35</c:v>
                </c:pt>
                <c:pt idx="179">
                  <c:v>75.66</c:v>
                </c:pt>
                <c:pt idx="180">
                  <c:v>66.209999999999994</c:v>
                </c:pt>
                <c:pt idx="181">
                  <c:v>68.42</c:v>
                </c:pt>
                <c:pt idx="182">
                  <c:v>46.12</c:v>
                </c:pt>
                <c:pt idx="183">
                  <c:v>72.84</c:v>
                </c:pt>
                <c:pt idx="184">
                  <c:v>68.22</c:v>
                </c:pt>
                <c:pt idx="185">
                  <c:v>52.35</c:v>
                </c:pt>
                <c:pt idx="186">
                  <c:v>58.78</c:v>
                </c:pt>
                <c:pt idx="187">
                  <c:v>66.209999999999994</c:v>
                </c:pt>
                <c:pt idx="188">
                  <c:v>64.2</c:v>
                </c:pt>
                <c:pt idx="189">
                  <c:v>60.59</c:v>
                </c:pt>
                <c:pt idx="190">
                  <c:v>62.6</c:v>
                </c:pt>
                <c:pt idx="191">
                  <c:v>60.99</c:v>
                </c:pt>
                <c:pt idx="192">
                  <c:v>65.209999999999994</c:v>
                </c:pt>
                <c:pt idx="193">
                  <c:v>78.47</c:v>
                </c:pt>
                <c:pt idx="194">
                  <c:v>41.5</c:v>
                </c:pt>
                <c:pt idx="195">
                  <c:v>61.19</c:v>
                </c:pt>
                <c:pt idx="196">
                  <c:v>65.41</c:v>
                </c:pt>
                <c:pt idx="197">
                  <c:v>66.62</c:v>
                </c:pt>
                <c:pt idx="198">
                  <c:v>59.78</c:v>
                </c:pt>
                <c:pt idx="199">
                  <c:v>70.03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0F4-C74E-BE87-39FD97A047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lang="ko-KR" altLang="en-US" sz="1200" b="0" i="0" u="none" strike="noStrike">
                    <a:solidFill>
                      <a:srgbClr val="52514E"/>
                    </a:solidFill>
                    <a:latin typeface="+mn-lt"/>
                  </a:rPr>
                  <a:t>주당 공부시간</a:t>
                </a:r>
                <a:r>
                  <a:rPr lang="en-US" altLang="ko-KR" sz="1200" b="0" i="0" u="none" strike="noStrike">
                    <a:solidFill>
                      <a:srgbClr val="52514E"/>
                    </a:solidFill>
                    <a:latin typeface="+mn-lt"/>
                  </a:rPr>
                  <a:t>(</a:t>
                </a:r>
                <a:r>
                  <a:rPr lang="en-US" sz="1200" b="0" i="0" u="none" strike="noStrike">
                    <a:solidFill>
                      <a:srgbClr val="52514E"/>
                    </a:solidFill>
                    <a:latin typeface="+mn-lt"/>
                  </a:rPr>
                  <a:t>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00"/>
          <c:min val="2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lang="ko-KR" altLang="en-US" sz="1200" b="0" i="0" u="none" strike="noStrike">
                    <a:solidFill>
                      <a:srgbClr val="52514E"/>
                    </a:solidFill>
                    <a:latin typeface="+mn-lt"/>
                  </a:rPr>
                  <a:t>시험 점수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학습방식별 평균 시험 점수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4213D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혼자 (n=84)</c:v>
                </c:pt>
                <c:pt idx="1">
                  <c:v>온라인강의 (n=52)</c:v>
                </c:pt>
                <c:pt idx="2">
                  <c:v>스터디 (n=64)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61.7</c:v>
                </c:pt>
                <c:pt idx="1">
                  <c:v>62.8</c:v>
                </c:pt>
                <c:pt idx="2">
                  <c:v>64.8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FF-CC42-8D8C-00A14731FC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71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데이터 분석이 무엇인지 먼저 설명하고, 직접 만든 가상 데이터로 전처리와 EDA를 한 번 따라가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분석은 질문을 정하고, 데이터를 모으고, 정리하고, 살펴본 뒤 결론을 내리는 흐름입니다. 오늘은 그중 3번 전처리와 4번 EDA를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전처리는 분석에 쓸 수 있는 상태로 만드는 단계이고, EDA는 분포와 관계를 눈으로 확인하며 가설을 세우는 단계입니다. 순서는 전처리 다음 EDA이지만 서로 오가며 반복합니다.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200명의 학습 습관과 시험 점수를 가정한 가상 데이터입니다. 일부러 결측치, 이상값, 중복, 표기 불일치를 섞어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206행을 점검하니 결측 28개, 중복 5행, 표기가 다른 값 18개, 명백한 오류값 4개가 있었습니다. 점검은 몇 줄의 코드로 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결측치는 원인과 중요도를 보고 처리합니다. 시험점수처럼 분석 대상인 값이 비어 있으면 해당 행을 삭제하고, 수치형 보조 변수는 중앙값으로 채웠습니다.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사분위 범위(IQR)를 이용해 정상 범위를 정하고 벗어난 값을 찾습니다. 다만 이상치라고 바로 지우지 않고, 입력 오류인지 실제 값인지 원인을 먼저 확인해야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중복 5행을 제거하고, 뒤에 공백이 붙은 스터디와 띄어쓰기가 다른 온라인 강의를 하나로 통일했습니다. 마지막으로 점수가 비어 있던 1행을 삭제해 200행이 남았습니다.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정리된 200명의 점수 분포입니다. 평균은 63점, 표준편차는 약 11.7점이고 60점대에 가장 많이 몰려 있습니다. EDA의 첫 단계는 이렇게 분포를 확인하는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주당 공부시간과 시험점수의 산점도입니다. 점들이 오른쪽 위로 올라가고, 상관계수는 0.80입니다. 추세선 기울기는 공부시간이 1시간 늘 때 점수가 약 2점 오른다는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상관계수 표입니다. 파란색은 함께 커지는 관계, 빨간색은 반대로 움직이는 관계입니다. 공부시간이 가장 강하고 스마트폰 시간은 음의 관계이며, 수면과 출석은 거의 관계가 없습니다. 상관은 인과가 아니라는 점을 꼭 짚어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학습방식별 평균 점수입니다. 스터디가 가장 높지만 혼자 공부와의 차이는 약 3점이고, 표준편차 11.7점에 비하면 작습니다. 우연일 수 있어서 t-검정이나 ANOVA 같은 통계 검정으로 확인해야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정리하면, 전처리로 206행을 200행으로 정돈했고, EDA로 점수에 가장 큰 영향을 주는 변수가 공부시간이라는 가설을 세웠습니다. 다음 단계는 회귀 모델이나 통계 검정으로 이를 확인하는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데이터 분석 · 전처리와 EDA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제목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제목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69748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제목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173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 err="1">
                <a:solidFill>
                  <a:schemeClr val="bg1"/>
                </a:solidFill>
              </a:rPr>
              <a:t>데이터</a:t>
            </a:r>
            <a:r>
              <a:rPr lang="en-US" sz="4400" b="1" dirty="0">
                <a:solidFill>
                  <a:schemeClr val="bg1"/>
                </a:solidFill>
              </a:rPr>
              <a:t> 분석이란?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697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전처리와 탐색적 데이터 분석(EDA)을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가상 데이터로 따라가 보기</a:t>
            </a:r>
            <a:endParaRPr lang="en-US" sz="1800" dirty="0"/>
          </a:p>
        </p:txBody>
      </p:sp>
      <p:sp>
        <p:nvSpPr>
          <p:cNvPr id="5" name="큰 원"/>
          <p:cNvSpPr/>
          <p:nvPr/>
        </p:nvSpPr>
        <p:spPr>
          <a:xfrm>
            <a:off x="5989320" y="914400"/>
            <a:ext cx="2651760" cy="2651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차트 아이콘" descr="막대 차트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600200"/>
            <a:ext cx="1280160" cy="1280160"/>
          </a:xfrm>
          <a:prstGeom prst="rect">
            <a:avLst/>
          </a:prstGeom>
        </p:spPr>
      </p:pic>
      <p:sp>
        <p:nvSpPr>
          <p:cNvPr id="7" name="원 검색"/>
          <p:cNvSpPr/>
          <p:nvPr/>
        </p:nvSpPr>
        <p:spPr>
          <a:xfrm>
            <a:off x="5577840" y="33375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돋보기 아이콘" descr="돋보기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593592"/>
            <a:ext cx="402336" cy="402336"/>
          </a:xfrm>
          <a:prstGeom prst="rect">
            <a:avLst/>
          </a:prstGeom>
        </p:spPr>
      </p:pic>
      <p:sp>
        <p:nvSpPr>
          <p:cNvPr id="9" name="원 정리"/>
          <p:cNvSpPr/>
          <p:nvPr/>
        </p:nvSpPr>
        <p:spPr>
          <a:xfrm>
            <a:off x="8001000" y="356616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빗자루 아이콘" descr="빗자루 아이콘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3785616"/>
            <a:ext cx="338328" cy="33832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4008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br>
              <a:rPr lang="en-US" sz="1200" dirty="0">
                <a:solidFill>
                  <a:schemeClr val="bg2"/>
                </a:solidFill>
              </a:rPr>
            </a:b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F768A-4631-8E96-FF46-3077EFC96995}"/>
              </a:ext>
            </a:extLst>
          </p:cNvPr>
          <p:cNvSpPr txBox="1"/>
          <p:nvPr/>
        </p:nvSpPr>
        <p:spPr>
          <a:xfrm>
            <a:off x="483772" y="4524494"/>
            <a:ext cx="19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chemeClr val="bg2"/>
                </a:solidFill>
              </a:rPr>
              <a:t>60251480</a:t>
            </a:r>
            <a:r>
              <a:rPr kumimoji="1" lang="ko-KR" altLang="en-US" dirty="0">
                <a:solidFill>
                  <a:schemeClr val="bg2"/>
                </a:solidFill>
              </a:rPr>
              <a:t> 김지언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데이터 분석이란?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데이터에서 의미 있는 정보를 찾아, 더 나은 판단을 돕는 과정입니다</a:t>
            </a:r>
            <a:endParaRPr lang="en-US" sz="1600" dirty="0"/>
          </a:p>
        </p:txBody>
      </p:sp>
      <p:sp>
        <p:nvSpPr>
          <p:cNvPr id="5" name="오늘의 주제 표시"/>
          <p:cNvSpPr/>
          <p:nvPr/>
        </p:nvSpPr>
        <p:spPr>
          <a:xfrm>
            <a:off x="3803904" y="1572768"/>
            <a:ext cx="3209544" cy="347472"/>
          </a:xfrm>
          <a:prstGeom prst="roundRect">
            <a:avLst>
              <a:gd name="adj" fmla="val 26316"/>
            </a:avLst>
          </a:prstGeom>
          <a:solidFill>
            <a:schemeClr val="accent2">
              <a:alpha val="2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3803904" y="1572768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오늘의 주제</a:t>
            </a:r>
            <a:endParaRPr lang="en-US" sz="1400" dirty="0"/>
          </a:p>
        </p:txBody>
      </p:sp>
      <p:sp>
        <p:nvSpPr>
          <p:cNvPr id="7" name="단계 카드 1"/>
          <p:cNvSpPr/>
          <p:nvPr/>
        </p:nvSpPr>
        <p:spPr>
          <a:xfrm>
            <a:off x="457200" y="2011680"/>
            <a:ext cx="1536192" cy="228600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단계 원 1"/>
          <p:cNvSpPr/>
          <p:nvPr/>
        </p:nvSpPr>
        <p:spPr>
          <a:xfrm>
            <a:off x="621792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단계 아이콘 1" descr="질문 정하기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77440"/>
            <a:ext cx="411480" cy="411480"/>
          </a:xfrm>
          <a:prstGeom prst="rect">
            <a:avLst/>
          </a:prstGeom>
        </p:spPr>
      </p:pic>
      <p:sp>
        <p:nvSpPr>
          <p:cNvPr id="10" name="단계 제목 1"/>
          <p:cNvSpPr txBox="1"/>
          <p:nvPr/>
        </p:nvSpPr>
        <p:spPr>
          <a:xfrm>
            <a:off x="621792" y="30906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질문 정하기</a:t>
            </a:r>
            <a:endParaRPr lang="en-US" sz="1600" dirty="0"/>
          </a:p>
        </p:txBody>
      </p:sp>
      <p:sp>
        <p:nvSpPr>
          <p:cNvPr id="11" name="단계 설명 1"/>
          <p:cNvSpPr txBox="1"/>
          <p:nvPr/>
        </p:nvSpPr>
        <p:spPr>
          <a:xfrm>
            <a:off x="621792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무엇을 알고 싶은지 정한다</a:t>
            </a:r>
            <a:endParaRPr lang="en-US" sz="1400" dirty="0"/>
          </a:p>
        </p:txBody>
      </p:sp>
      <p:sp>
        <p:nvSpPr>
          <p:cNvPr id="12" name="단계 카드 2"/>
          <p:cNvSpPr/>
          <p:nvPr/>
        </p:nvSpPr>
        <p:spPr>
          <a:xfrm>
            <a:off x="2130552" y="2011680"/>
            <a:ext cx="1536192" cy="228600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단계 원 2"/>
          <p:cNvSpPr/>
          <p:nvPr/>
        </p:nvSpPr>
        <p:spPr>
          <a:xfrm>
            <a:off x="2295144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단계 아이콘 2" descr="데이터 수집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24" y="2377440"/>
            <a:ext cx="411480" cy="411480"/>
          </a:xfrm>
          <a:prstGeom prst="rect">
            <a:avLst/>
          </a:prstGeom>
        </p:spPr>
      </p:pic>
      <p:sp>
        <p:nvSpPr>
          <p:cNvPr id="15" name="단계 제목 2"/>
          <p:cNvSpPr txBox="1"/>
          <p:nvPr/>
        </p:nvSpPr>
        <p:spPr>
          <a:xfrm>
            <a:off x="2295144" y="30906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데이터 수집</a:t>
            </a:r>
            <a:endParaRPr lang="en-US" sz="1600" dirty="0"/>
          </a:p>
        </p:txBody>
      </p:sp>
      <p:sp>
        <p:nvSpPr>
          <p:cNvPr id="16" name="단계 설명 2"/>
          <p:cNvSpPr txBox="1"/>
          <p:nvPr/>
        </p:nvSpPr>
        <p:spPr>
          <a:xfrm>
            <a:off x="2295144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필요한 데이터를 모은다</a:t>
            </a:r>
            <a:endParaRPr lang="en-US" sz="1400" dirty="0"/>
          </a:p>
        </p:txBody>
      </p:sp>
      <p:sp>
        <p:nvSpPr>
          <p:cNvPr id="17" name="단계 카드 3"/>
          <p:cNvSpPr/>
          <p:nvPr/>
        </p:nvSpPr>
        <p:spPr>
          <a:xfrm>
            <a:off x="3803904" y="2011680"/>
            <a:ext cx="1536192" cy="228600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단계 원 3"/>
          <p:cNvSpPr/>
          <p:nvPr/>
        </p:nvSpPr>
        <p:spPr>
          <a:xfrm>
            <a:off x="3968496" y="21945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단계 아이콘 3" descr="전처리 아이콘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376" y="2377440"/>
            <a:ext cx="411480" cy="411480"/>
          </a:xfrm>
          <a:prstGeom prst="rect">
            <a:avLst/>
          </a:prstGeom>
        </p:spPr>
      </p:pic>
      <p:sp>
        <p:nvSpPr>
          <p:cNvPr id="20" name="단계 제목 3"/>
          <p:cNvSpPr txBox="1"/>
          <p:nvPr/>
        </p:nvSpPr>
        <p:spPr>
          <a:xfrm>
            <a:off x="3968496" y="30906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전처리</a:t>
            </a:r>
            <a:endParaRPr lang="en-US" sz="1600" dirty="0"/>
          </a:p>
        </p:txBody>
      </p:sp>
      <p:sp>
        <p:nvSpPr>
          <p:cNvPr id="21" name="단계 설명 3"/>
          <p:cNvSpPr txBox="1"/>
          <p:nvPr/>
        </p:nvSpPr>
        <p:spPr>
          <a:xfrm>
            <a:off x="3968496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분석할 수 있게 정리한다</a:t>
            </a:r>
            <a:endParaRPr lang="en-US" sz="1400" dirty="0"/>
          </a:p>
        </p:txBody>
      </p:sp>
      <p:sp>
        <p:nvSpPr>
          <p:cNvPr id="22" name="단계 카드 4"/>
          <p:cNvSpPr/>
          <p:nvPr/>
        </p:nvSpPr>
        <p:spPr>
          <a:xfrm>
            <a:off x="5477256" y="2011680"/>
            <a:ext cx="1536192" cy="228600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단계 원 4"/>
          <p:cNvSpPr/>
          <p:nvPr/>
        </p:nvSpPr>
        <p:spPr>
          <a:xfrm>
            <a:off x="5641848" y="219456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단계 아이콘 4" descr="EDA 아이콘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4728" y="2377440"/>
            <a:ext cx="411480" cy="411480"/>
          </a:xfrm>
          <a:prstGeom prst="rect">
            <a:avLst/>
          </a:prstGeom>
        </p:spPr>
      </p:pic>
      <p:sp>
        <p:nvSpPr>
          <p:cNvPr id="25" name="단계 제목 4"/>
          <p:cNvSpPr txBox="1"/>
          <p:nvPr/>
        </p:nvSpPr>
        <p:spPr>
          <a:xfrm>
            <a:off x="5641848" y="30906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EDA</a:t>
            </a:r>
            <a:endParaRPr lang="en-US" sz="1600" dirty="0"/>
          </a:p>
        </p:txBody>
      </p:sp>
      <p:sp>
        <p:nvSpPr>
          <p:cNvPr id="26" name="단계 설명 4"/>
          <p:cNvSpPr txBox="1"/>
          <p:nvPr/>
        </p:nvSpPr>
        <p:spPr>
          <a:xfrm>
            <a:off x="5641848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데이터를 살펴보고 패턴을 찾는다</a:t>
            </a:r>
            <a:endParaRPr lang="en-US" sz="1400" dirty="0"/>
          </a:p>
        </p:txBody>
      </p:sp>
      <p:sp>
        <p:nvSpPr>
          <p:cNvPr id="27" name="단계 카드 5"/>
          <p:cNvSpPr/>
          <p:nvPr/>
        </p:nvSpPr>
        <p:spPr>
          <a:xfrm>
            <a:off x="7150608" y="2011680"/>
            <a:ext cx="1536192" cy="228600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단계 원 5"/>
          <p:cNvSpPr/>
          <p:nvPr/>
        </p:nvSpPr>
        <p:spPr>
          <a:xfrm>
            <a:off x="7315200" y="2194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9" name="단계 아이콘 5" descr="인사이트 아이콘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377440"/>
            <a:ext cx="411480" cy="411480"/>
          </a:xfrm>
          <a:prstGeom prst="rect">
            <a:avLst/>
          </a:prstGeom>
        </p:spPr>
      </p:pic>
      <p:sp>
        <p:nvSpPr>
          <p:cNvPr id="30" name="단계 제목 5"/>
          <p:cNvSpPr txBox="1"/>
          <p:nvPr/>
        </p:nvSpPr>
        <p:spPr>
          <a:xfrm>
            <a:off x="7315200" y="3090672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인사이트</a:t>
            </a:r>
            <a:endParaRPr lang="en-US" sz="1600" dirty="0"/>
          </a:p>
        </p:txBody>
      </p:sp>
      <p:sp>
        <p:nvSpPr>
          <p:cNvPr id="31" name="단계 설명 5"/>
          <p:cNvSpPr txBox="1"/>
          <p:nvPr/>
        </p:nvSpPr>
        <p:spPr>
          <a:xfrm>
            <a:off x="7315200" y="3474720"/>
            <a:ext cx="1261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결론을 내리고 행동을 정한다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전처리와 EDA가 분석 결과의 품질을 좌우합니다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전처리와 EDA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전처리는 데이터를 정리하는 일, EDA는 데이터를 살펴보는 일입니다</a:t>
            </a:r>
            <a:endParaRPr lang="en-US" sz="1600" dirty="0"/>
          </a:p>
        </p:txBody>
      </p:sp>
      <p:sp>
        <p:nvSpPr>
          <p:cNvPr id="5" name="비교 카드 1"/>
          <p:cNvSpPr/>
          <p:nvPr/>
        </p:nvSpPr>
        <p:spPr>
          <a:xfrm>
            <a:off x="457200" y="1572768"/>
            <a:ext cx="397764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비교 원 1"/>
          <p:cNvSpPr/>
          <p:nvPr/>
        </p:nvSpPr>
        <p:spPr>
          <a:xfrm>
            <a:off x="685800" y="1783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비교 아이콘 1" descr="전처리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29384"/>
            <a:ext cx="301752" cy="3017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전처리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0" name="비교 목록 1"/>
          <p:cNvSpPr txBox="1"/>
          <p:nvPr/>
        </p:nvSpPr>
        <p:spPr>
          <a:xfrm>
            <a:off x="731520" y="27889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결측치 처리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이상치 탐지·처리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중복 제거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표기·형식 통일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인코딩·스케일링</a:t>
            </a:r>
            <a:endParaRPr lang="en-US" sz="1400" dirty="0"/>
          </a:p>
        </p:txBody>
      </p:sp>
      <p:sp>
        <p:nvSpPr>
          <p:cNvPr id="11" name="비교 카드 2"/>
          <p:cNvSpPr/>
          <p:nvPr/>
        </p:nvSpPr>
        <p:spPr>
          <a:xfrm>
            <a:off x="4709160" y="1572768"/>
            <a:ext cx="3977640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비교 원 2"/>
          <p:cNvSpPr/>
          <p:nvPr/>
        </p:nvSpPr>
        <p:spPr>
          <a:xfrm>
            <a:off x="4937760" y="17830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비교 아이콘 2" descr="EDA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9293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</a:rPr>
              <a:t>EDA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0" y="2157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탐색적 데이터 분석</a:t>
            </a:r>
            <a:endParaRPr lang="en-US" sz="1400" dirty="0"/>
          </a:p>
        </p:txBody>
      </p:sp>
      <p:sp>
        <p:nvSpPr>
          <p:cNvPr id="16" name="비교 목록 2"/>
          <p:cNvSpPr txBox="1"/>
          <p:nvPr/>
        </p:nvSpPr>
        <p:spPr>
          <a:xfrm>
            <a:off x="4983480" y="27889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분포 확인 (히스토그램)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요약 통계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변수 간 상관관계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그룹별 비교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가설 세우기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순서는 전처리 → EDA지만, EDA에서 문제가 보이면 다시 전처리로 돌아갑니다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예시 데이터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가상의 학생 200명으로 "시험 점수는 무엇이 좌우할까?"를 분석합니다</a:t>
            </a:r>
            <a:endParaRPr lang="en-US" sz="1600" dirty="0"/>
          </a:p>
        </p:txBody>
      </p:sp>
      <p:graphicFrame>
        <p:nvGraphicFramePr>
          <p:cNvPr id="5" name="변수 설명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93192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변수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학년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1~4학년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주당공부시간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주당 공부 시간(h)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수면시간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하루 평균 수면(h)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스마트폰시간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하루 사용 시간(h)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출석률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수업 출석률(%)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학습방식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혼자·스터디·온라인강의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시험점수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0~100점 (분석 대상)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6634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1"/>
                </a:solidFill>
              </a:rPr>
              <a:t>원본의 일부 (문제가 있는 행)</a:t>
            </a:r>
            <a:endParaRPr lang="en-US" sz="1400" dirty="0"/>
          </a:p>
        </p:txBody>
      </p:sp>
      <p:graphicFrame>
        <p:nvGraphicFramePr>
          <p:cNvPr id="9" name="원본 샘플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38528"/>
          <a:ext cx="4023360" cy="230428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학번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공부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수면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학습방식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점수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95.0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5.7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혼자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8.8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5.6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스터디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9.0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결측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혼자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16.2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7.4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"스터디 "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15.2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6.1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온라인 강의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범례 색"/>
          <p:cNvSpPr/>
          <p:nvPr/>
        </p:nvSpPr>
        <p:spPr>
          <a:xfrm>
            <a:off x="4663440" y="4389120"/>
            <a:ext cx="201168" cy="201168"/>
          </a:xfrm>
          <a:prstGeom prst="roundRect">
            <a:avLst>
              <a:gd name="adj" fmla="val 45455"/>
            </a:avLst>
          </a:prstGeom>
          <a:solidFill>
            <a:schemeClr val="accent2">
              <a:alpha val="3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/>
          <p:cNvSpPr txBox="1"/>
          <p:nvPr/>
        </p:nvSpPr>
        <p:spPr>
          <a:xfrm>
            <a:off x="4956048" y="4361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주황색 칸 = 정리가 필요한 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데이터 점검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전처리 전에 먼저 어떤 문제가 있는지 찾아냅니다</a:t>
            </a:r>
            <a:endParaRPr lang="en-US" sz="1600" dirty="0"/>
          </a:p>
        </p:txBody>
      </p:sp>
      <p:sp>
        <p:nvSpPr>
          <p:cNvPr id="5" name="점검 카드 1"/>
          <p:cNvSpPr/>
          <p:nvPr/>
        </p:nvSpPr>
        <p:spPr>
          <a:xfrm>
            <a:off x="457200" y="1572768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16642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결측치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수면 18 · 출석 10</a:t>
            </a:r>
            <a:endParaRPr lang="en-US" sz="1200" dirty="0"/>
          </a:p>
        </p:txBody>
      </p:sp>
      <p:sp>
        <p:nvSpPr>
          <p:cNvPr id="9" name="점검 카드 2"/>
          <p:cNvSpPr/>
          <p:nvPr/>
        </p:nvSpPr>
        <p:spPr>
          <a:xfrm>
            <a:off x="2560320" y="1572768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743200" y="16642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2"/>
                </a:solidFill>
              </a:rPr>
              <a:t>5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중복 행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같은 학생이 두 번</a:t>
            </a:r>
            <a:endParaRPr lang="en-US" sz="1200" dirty="0"/>
          </a:p>
        </p:txBody>
      </p:sp>
      <p:sp>
        <p:nvSpPr>
          <p:cNvPr id="13" name="점검 카드 3"/>
          <p:cNvSpPr/>
          <p:nvPr/>
        </p:nvSpPr>
        <p:spPr>
          <a:xfrm>
            <a:off x="4663440" y="1572768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846320" y="16642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18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표기 불일치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공백·띄어쓰기 차이</a:t>
            </a:r>
            <a:endParaRPr lang="en-US" sz="1200" dirty="0"/>
          </a:p>
        </p:txBody>
      </p:sp>
      <p:sp>
        <p:nvSpPr>
          <p:cNvPr id="17" name="점검 카드 4"/>
          <p:cNvSpPr/>
          <p:nvPr/>
        </p:nvSpPr>
        <p:spPr>
          <a:xfrm>
            <a:off x="6766560" y="1572768"/>
            <a:ext cx="192024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949440" y="16642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명백한 오류값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95h·120h·1000점·0.5h</a:t>
            </a:r>
            <a:endParaRPr lang="en-US" sz="1200" dirty="0"/>
          </a:p>
        </p:txBody>
      </p:sp>
      <p:sp>
        <p:nvSpPr>
          <p:cNvPr id="21" name="코드 상자"/>
          <p:cNvSpPr/>
          <p:nvPr/>
        </p:nvSpPr>
        <p:spPr>
          <a:xfrm>
            <a:off x="457200" y="3429000"/>
            <a:ext cx="8229600" cy="1234440"/>
          </a:xfrm>
          <a:prstGeom prst="roundRect">
            <a:avLst>
              <a:gd name="adj" fmla="val 7407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점검 코드"/>
          <p:cNvSpPr txBox="1"/>
          <p:nvPr/>
        </p:nvSpPr>
        <p:spPr>
          <a:xfrm>
            <a:off x="685800" y="3547872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               # 자료형·결측 확인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df.isna().sum()         # 열별 결측치 개수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# 중복 행 개수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df["학습방식"].value_counts()  # 표기 확인  /  df.describe()  # 이상값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결측치 처리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삭제할지 채울지는 "그 열이 얼마나 중요한가"로 정합니다</a:t>
            </a:r>
            <a:endParaRPr lang="en-US" sz="1600" dirty="0"/>
          </a:p>
        </p:txBody>
      </p:sp>
      <p:graphicFrame>
        <p:nvGraphicFramePr>
          <p:cNvPr id="5" name="결측치 차트"/>
          <p:cNvGraphicFramePr/>
          <p:nvPr/>
        </p:nvGraphicFramePr>
        <p:xfrm>
          <a:off x="457200" y="1600200"/>
          <a:ext cx="40233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방법 카드 1"/>
          <p:cNvSpPr/>
          <p:nvPr/>
        </p:nvSpPr>
        <p:spPr>
          <a:xfrm>
            <a:off x="4754880" y="160020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4937760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행 삭제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분석 대상인 시험점수가 비어 있으면 그 행은 쓸 수 없어 1행을 삭제했습니다</a:t>
            </a:r>
            <a:endParaRPr lang="en-US" sz="1400" dirty="0"/>
          </a:p>
        </p:txBody>
      </p:sp>
      <p:sp>
        <p:nvSpPr>
          <p:cNvPr id="9" name="방법 카드 2"/>
          <p:cNvSpPr/>
          <p:nvPr/>
        </p:nvSpPr>
        <p:spPr>
          <a:xfrm>
            <a:off x="4754880" y="3154680"/>
            <a:ext cx="39319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4937760" y="32735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중앙값으로 대체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수면시간은 6.9h, 출석률은 91%로 채웠습니다. 평균보다 이상값에 덜 흔들립니다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이상치 탐지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IQR 기준으로 정상 범위를 벗어난 값을 찾습니다</a:t>
            </a:r>
            <a:endParaRPr lang="en-US" sz="1600" dirty="0"/>
          </a:p>
        </p:txBody>
      </p:sp>
      <p:pic>
        <p:nvPicPr>
          <p:cNvPr id="5" name="이상치 박스플롯" descr="주당 공부시간 박스플롯 처리 전과 후 비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4206240" cy="23408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023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상한(23.2h)을 넘는 5건을 찾아 중앙값(11.5h)으로 대체했습니다</a:t>
            </a:r>
            <a:endParaRPr lang="en-US" sz="1200" dirty="0"/>
          </a:p>
        </p:txBody>
      </p:sp>
      <p:sp>
        <p:nvSpPr>
          <p:cNvPr id="7" name="IQR 카드"/>
          <p:cNvSpPr/>
          <p:nvPr/>
        </p:nvSpPr>
        <p:spPr>
          <a:xfrm>
            <a:off x="4937760" y="1572768"/>
            <a:ext cx="3749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512064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IQR 방식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120640" y="20574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IQR = Q3 − Q1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정상 범위: Q1 − 1.5×IQR ~ Q3 + 1.5×IQR</a:t>
            </a:r>
            <a:endParaRPr lang="en-US" sz="1400" dirty="0"/>
          </a:p>
        </p:txBody>
      </p:sp>
      <p:sp>
        <p:nvSpPr>
          <p:cNvPr id="10" name="주의 카드"/>
          <p:cNvSpPr/>
          <p:nvPr/>
        </p:nvSpPr>
        <p:spPr>
          <a:xfrm>
            <a:off x="4937760" y="3337560"/>
            <a:ext cx="3749040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5120640" y="3447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이상치 ≠ 무조건 삭제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120640" y="37673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오류인지 실제 값인지 먼저 확인합니다. 95h·1000점은 입력 오류가 분명합니다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중복·표기 정리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206행이 200행이 되었고, 학습방식 표기는 3가지로 통일했습니다</a:t>
            </a:r>
            <a:endParaRPr lang="en-US" sz="1600" dirty="0"/>
          </a:p>
        </p:txBody>
      </p:sp>
      <p:graphicFrame>
        <p:nvGraphicFramePr>
          <p:cNvPr id="9" name="표기 정리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66344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잘못된 표기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건수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정리 결과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"스터디 " (뒤 공백)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스터디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"온라인 강의" (띄어쓰기)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온라인강의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정리 코드 상자"/>
          <p:cNvSpPr/>
          <p:nvPr/>
        </p:nvSpPr>
        <p:spPr>
          <a:xfrm>
            <a:off x="457200" y="3063240"/>
            <a:ext cx="4663440" cy="1554480"/>
          </a:xfrm>
          <a:prstGeom prst="roundRect">
            <a:avLst>
              <a:gd name="adj" fmla="val 5882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정리 코드"/>
          <p:cNvSpPr txBox="1"/>
          <p:nvPr/>
        </p:nvSpPr>
        <p:spPr>
          <a:xfrm>
            <a:off x="685800" y="320040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df["학습방식"] =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df["학습방식"].str.strip()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.replace({"온라인 강의": "온라인강의"})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행 수 카드 1"/>
          <p:cNvSpPr/>
          <p:nvPr/>
        </p:nvSpPr>
        <p:spPr>
          <a:xfrm>
            <a:off x="5440680" y="1600200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5"/>
          <p:cNvSpPr txBox="1"/>
          <p:nvPr/>
        </p:nvSpPr>
        <p:spPr>
          <a:xfrm>
            <a:off x="566928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206행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6002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원본</a:t>
            </a:r>
            <a:endParaRPr lang="en-US" sz="1400" dirty="0"/>
          </a:p>
        </p:txBody>
      </p:sp>
      <p:sp>
        <p:nvSpPr>
          <p:cNvPr id="11" name="행 수 카드 2"/>
          <p:cNvSpPr/>
          <p:nvPr/>
        </p:nvSpPr>
        <p:spPr>
          <a:xfrm>
            <a:off x="5440680" y="2697480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 txBox="1"/>
          <p:nvPr/>
        </p:nvSpPr>
        <p:spPr>
          <a:xfrm>
            <a:off x="5669280" y="26974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201행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6974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중복 제거 후</a:t>
            </a:r>
            <a:endParaRPr lang="en-US" sz="1400" dirty="0"/>
          </a:p>
        </p:txBody>
      </p:sp>
      <p:sp>
        <p:nvSpPr>
          <p:cNvPr id="14" name="행 수 카드 3"/>
          <p:cNvSpPr/>
          <p:nvPr/>
        </p:nvSpPr>
        <p:spPr>
          <a:xfrm>
            <a:off x="5440680" y="3794760"/>
            <a:ext cx="324612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5669280" y="3794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</a:rPr>
              <a:t>200행</a:t>
            </a: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79476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전처리 완료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▼ 중복 5행 삭제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▼ 점수 결측 1행 삭제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점수 분포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60~69점 구간에 가장 많이(76명) 몰려 있는 종 모양 분포입니다</a:t>
            </a:r>
            <a:endParaRPr lang="en-US" sz="1600" dirty="0"/>
          </a:p>
        </p:txBody>
      </p:sp>
      <p:graphicFrame>
        <p:nvGraphicFramePr>
          <p:cNvPr id="5" name="점수 분포 차트"/>
          <p:cNvGraphicFramePr/>
          <p:nvPr/>
        </p:nvGraphicFramePr>
        <p:xfrm>
          <a:off x="457200" y="16002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요약 카드 1"/>
          <p:cNvSpPr/>
          <p:nvPr/>
        </p:nvSpPr>
        <p:spPr>
          <a:xfrm>
            <a:off x="5760720" y="1600200"/>
            <a:ext cx="2926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5943600" y="16733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63.0점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평균</a:t>
            </a:r>
            <a:endParaRPr lang="en-US" sz="1400" dirty="0"/>
          </a:p>
        </p:txBody>
      </p:sp>
      <p:sp>
        <p:nvSpPr>
          <p:cNvPr id="9" name="요약 카드 2"/>
          <p:cNvSpPr/>
          <p:nvPr/>
        </p:nvSpPr>
        <p:spPr>
          <a:xfrm>
            <a:off x="5760720" y="2624328"/>
            <a:ext cx="2926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9436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11.7점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표준편차</a:t>
            </a:r>
            <a:endParaRPr lang="en-US" sz="1400" dirty="0"/>
          </a:p>
        </p:txBody>
      </p:sp>
      <p:sp>
        <p:nvSpPr>
          <p:cNvPr id="12" name="요약 카드 3"/>
          <p:cNvSpPr/>
          <p:nvPr/>
        </p:nvSpPr>
        <p:spPr>
          <a:xfrm>
            <a:off x="5760720" y="3648456"/>
            <a:ext cx="2926080" cy="896112"/>
          </a:xfrm>
          <a:prstGeom prst="roundRect">
            <a:avLst>
              <a:gd name="adj" fmla="val 1020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5943600" y="3721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39~97점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1970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최소 ~ 최대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공부시간과 점수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공부 시간이 길수록 점수가 높아지는 뚜렷한 경향이 보입니다</a:t>
            </a:r>
            <a:endParaRPr lang="en-US" sz="1600" dirty="0"/>
          </a:p>
        </p:txBody>
      </p:sp>
      <p:graphicFrame>
        <p:nvGraphicFramePr>
          <p:cNvPr id="5" name="산점도"/>
          <p:cNvGraphicFramePr/>
          <p:nvPr/>
        </p:nvGraphicFramePr>
        <p:xfrm>
          <a:off x="457200" y="1600200"/>
          <a:ext cx="5212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상관 카드"/>
          <p:cNvSpPr/>
          <p:nvPr/>
        </p:nvSpPr>
        <p:spPr>
          <a:xfrm>
            <a:off x="5943600" y="1600200"/>
            <a:ext cx="2743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6126480" y="1709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 = 0.80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공부시간과 점수의 상관계수</a:t>
            </a:r>
            <a:endParaRPr lang="en-US" sz="1400" dirty="0"/>
          </a:p>
        </p:txBody>
      </p:sp>
      <p:sp>
        <p:nvSpPr>
          <p:cNvPr id="9" name="기울기 카드"/>
          <p:cNvSpPr/>
          <p:nvPr/>
        </p:nvSpPr>
        <p:spPr>
          <a:xfrm>
            <a:off x="5943600" y="3200400"/>
            <a:ext cx="274320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6126480" y="33101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2"/>
                </a:solidFill>
              </a:rPr>
              <a:t>+2.0점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39319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공부 1시간 늘 때 점수 변화(추세선 기울기)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변수 간 상관관계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숫자 변수끼리의 관계를 한 표로 보면 어디부터 볼지 정해집니다</a:t>
            </a:r>
            <a:endParaRPr lang="en-US" sz="1600" dirty="0"/>
          </a:p>
        </p:txBody>
      </p:sp>
      <p:graphicFrame>
        <p:nvGraphicFramePr>
          <p:cNvPr id="12" name="상관관계 히트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98348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공부시간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수면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스마트폰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출석률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점수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공부시간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-0.24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7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0.80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수면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0.17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B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스마트폰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-0.24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C7C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0.17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B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-0.38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B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출석률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0.12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1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-0.08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2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점수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0.80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90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9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-0.38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B0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0.15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1.00</a:t>
                      </a:r>
                      <a:endParaRPr lang="en-US" sz="1300" dirty="0"/>
                    </a:p>
                  </a:txBody>
                  <a:tcPr marL="45720" marR="4572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348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2"/>
                </a:solidFill>
              </a:rPr>
              <a:t>파랑 = 함께 증가 · 빨강 = 반대로 움직임 · 진할수록 강함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1645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공부시간  +0.80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19568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점수와 가장 강한 양의 관계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760720" y="2514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스마트폰  −0.38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28254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사용이 많을수록 점수가 낮은 경향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수면 0.05 · 출석 0.15</a:t>
            </a:r>
            <a:endParaRPr lang="en-US" sz="1600" dirty="0"/>
          </a:p>
        </p:txBody>
      </p:sp>
      <p:sp>
        <p:nvSpPr>
          <p:cNvPr id="4" name="Text 8"/>
          <p:cNvSpPr txBox="1"/>
          <p:nvPr/>
        </p:nvSpPr>
        <p:spPr>
          <a:xfrm>
            <a:off x="5760720" y="36941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점수와 거의 관계 없음</a:t>
            </a:r>
            <a:endParaRPr lang="en-US" sz="1400" dirty="0"/>
          </a:p>
        </p:txBody>
      </p:sp>
      <p:sp>
        <p:nvSpPr>
          <p:cNvPr id="13" name="인과 주의 카드"/>
          <p:cNvSpPr/>
          <p:nvPr/>
        </p:nvSpPr>
        <p:spPr>
          <a:xfrm>
            <a:off x="5760720" y="4251960"/>
            <a:ext cx="2926080" cy="438912"/>
          </a:xfrm>
          <a:prstGeom prst="roundRect">
            <a:avLst>
              <a:gd name="adj" fmla="val 20833"/>
            </a:avLst>
          </a:prstGeom>
          <a:solidFill>
            <a:schemeClr val="accent2">
              <a:alpha val="1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5760720" y="4251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상관관계 ≠ 인과관계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학습방식별 비교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스터디가 가장 높지만 차이는 3점 남짓으로 크지 않습니다</a:t>
            </a:r>
            <a:endParaRPr lang="en-US" sz="1600" dirty="0"/>
          </a:p>
        </p:txBody>
      </p:sp>
      <p:graphicFrame>
        <p:nvGraphicFramePr>
          <p:cNvPr id="5" name="학습방식 차트"/>
          <p:cNvGraphicFramePr/>
          <p:nvPr/>
        </p:nvGraphicFramePr>
        <p:xfrm>
          <a:off x="457200" y="160020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차이 카드"/>
          <p:cNvSpPr/>
          <p:nvPr/>
        </p:nvSpPr>
        <p:spPr>
          <a:xfrm>
            <a:off x="5760720" y="1600200"/>
            <a:ext cx="292608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594360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accent1"/>
                </a:solidFill>
              </a:rPr>
              <a:t>약 3.1점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286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2"/>
                </a:solidFill>
              </a:rPr>
              <a:t>스터디와 혼자 공부의 평균 차이</a:t>
            </a:r>
            <a:endParaRPr lang="en-US" sz="1400" dirty="0"/>
          </a:p>
        </p:txBody>
      </p:sp>
      <p:sp>
        <p:nvSpPr>
          <p:cNvPr id="9" name="검정 카드"/>
          <p:cNvSpPr/>
          <p:nvPr/>
        </p:nvSpPr>
        <p:spPr>
          <a:xfrm>
            <a:off x="5760720" y="3108960"/>
            <a:ext cx="2926080" cy="1508760"/>
          </a:xfrm>
          <a:prstGeom prst="roundRect">
            <a:avLst>
              <a:gd name="adj" fmla="val 6061"/>
            </a:avLst>
          </a:prstGeom>
          <a:solidFill>
            <a:schemeClr val="accent2">
              <a:alpha val="15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594360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우연일 수 있어요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3520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표준편차(11.7점)에 비해 작아서 t-검정·ANOVA로 확인이 필요합니다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한눈에 정리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457200" y="978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가상 데이터로 본 분석 흐름을 세 줄로 요약합니다</a:t>
            </a:r>
            <a:endParaRPr lang="en-US" sz="1600" dirty="0"/>
          </a:p>
        </p:txBody>
      </p:sp>
      <p:sp>
        <p:nvSpPr>
          <p:cNvPr id="5" name="정리 카드 1"/>
          <p:cNvSpPr/>
          <p:nvPr/>
        </p:nvSpPr>
        <p:spPr>
          <a:xfrm>
            <a:off x="45720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정리 원 1"/>
          <p:cNvSpPr/>
          <p:nvPr/>
        </p:nvSpPr>
        <p:spPr>
          <a:xfrm>
            <a:off x="685800" y="18105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정리 아이콘 1" descr="전처리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65960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전처리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206행 → 200행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결측·이상치·중복·표기를 정리했습니다</a:t>
            </a:r>
            <a:endParaRPr lang="en-US" sz="1400" dirty="0"/>
          </a:p>
        </p:txBody>
      </p:sp>
      <p:sp>
        <p:nvSpPr>
          <p:cNvPr id="10" name="정리 카드 2"/>
          <p:cNvSpPr/>
          <p:nvPr/>
        </p:nvSpPr>
        <p:spPr>
          <a:xfrm>
            <a:off x="326898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정리 원 2"/>
          <p:cNvSpPr/>
          <p:nvPr/>
        </p:nvSpPr>
        <p:spPr>
          <a:xfrm>
            <a:off x="3497580" y="181051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정리 아이콘 2" descr="EDA 아이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028" y="196596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9758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EDA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49758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점수와 가장 관련 깊은 변수는 공부시간(r = 0.80), 스마트폰은 −0.38입니다</a:t>
            </a:r>
            <a:endParaRPr lang="en-US" sz="1400" dirty="0"/>
          </a:p>
        </p:txBody>
      </p:sp>
      <p:sp>
        <p:nvSpPr>
          <p:cNvPr id="15" name="정리 카드 3"/>
          <p:cNvSpPr/>
          <p:nvPr/>
        </p:nvSpPr>
        <p:spPr>
          <a:xfrm>
            <a:off x="608076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정리 원 3"/>
          <p:cNvSpPr/>
          <p:nvPr/>
        </p:nvSpPr>
        <p:spPr>
          <a:xfrm>
            <a:off x="6309360" y="1810512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정리 아이콘 3" descr="다음 단계 아이콘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96596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2606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다음 단계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30175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회귀 모델로 점수를 예측하고, 학습방식 차이는 통계 검정으로 확인합니다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/>
                </a:solidFill>
              </a:rPr>
              <a:t>※ 가상 데이터이므로 수치보다 분석 과정을 보여주는 예시입니다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A Intro">
  <a:themeElements>
    <a:clrScheme name="EDA Intro">
      <a:dk1>
        <a:srgbClr val="14213D"/>
      </a:dk1>
      <a:lt1>
        <a:srgbClr val="FFFFFF"/>
      </a:lt1>
      <a:dk2>
        <a:srgbClr val="52514E"/>
      </a:dk2>
      <a:lt2>
        <a:srgbClr val="EEF3FA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2A78D6"/>
      </a:hlink>
      <a:folHlink>
        <a:srgbClr val="4A3AA7"/>
      </a:folHlink>
    </a:clrScheme>
    <a:fontScheme name="EDA Int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1182</Words>
  <Application>Microsoft Macintosh PowerPoint</Application>
  <PresentationFormat>화면 슬라이드 쇼(16:9)</PresentationFormat>
  <Paragraphs>261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EDA Intro</vt:lpstr>
      <vt:lpstr>데이터 분석이란?</vt:lpstr>
      <vt:lpstr>데이터 분석이란?</vt:lpstr>
      <vt:lpstr>전처리와 EDA</vt:lpstr>
      <vt:lpstr>예시 데이터</vt:lpstr>
      <vt:lpstr>데이터 점검</vt:lpstr>
      <vt:lpstr>결측치 처리</vt:lpstr>
      <vt:lpstr>이상치 탐지</vt:lpstr>
      <vt:lpstr>중복·표기 정리</vt:lpstr>
      <vt:lpstr>점수 분포</vt:lpstr>
      <vt:lpstr>공부시간과 점수</vt:lpstr>
      <vt:lpstr>변수 간 상관관계</vt:lpstr>
      <vt:lpstr>학습방식별 비교</vt:lpstr>
      <vt:lpstr>한눈에 정리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분석이란? 전처리와 EDA</dc:title>
  <dc:subject>PptxGenJS Presentation</dc:subject>
  <dc:creator>PptxGenJS</dc:creator>
  <cp:lastModifiedBy>김지언</cp:lastModifiedBy>
  <cp:revision>2</cp:revision>
  <dcterms:created xsi:type="dcterms:W3CDTF">2026-10-06T13:08:50Z</dcterms:created>
  <dcterms:modified xsi:type="dcterms:W3CDTF">2026-10-06T13:15:04Z</dcterms:modified>
</cp:coreProperties>
</file>